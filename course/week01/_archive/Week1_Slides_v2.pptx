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a root appear — and how honestly can we read that?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Frequency to Structure · every value computed from Book6 (6,236 ayahs · 1,701 roots)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frame &amp; today's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0E9D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  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computed fact, then a separately labeled interpretation — never blur them.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0E9D8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question  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a root appear? — the simplest, most objective layer.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48640" cy="548640"/>
          </a:xfrm>
          <a:prstGeom prst="ellipse">
            <a:avLst/>
          </a:prstGeom>
          <a:solidFill>
            <a:srgbClr val="0E9D8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8862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claim  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only — not importance, meaning, or relationships.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548640" cy="548640"/>
          </a:xfrm>
          <a:prstGeom prst="ellipse">
            <a:avLst/>
          </a:prstGeom>
          <a:solidFill>
            <a:srgbClr val="0E9D8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5074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 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 rate, read the data honestly, write the two-sentence reading.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frequency analysis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 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often a meaning-bearing unit occurs in a text — the word-frequency / “bag-of-words” tradition.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assumption  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a text names something is a SIGNAL of emphasis — a measurable trace, not proof.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start here  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most objective, reproducible layer; distribution, partners, motifs all build on these counts.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 of emphasis is not a verdict on importance — see “what's lost.”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text to countable units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91840" y="1508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each ayah into word-tokens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10881360" cy="8229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4144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to root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291840" y="244144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كَتَبَ · يَكْتُبُ · كِتاب → كتب  (count concepts, not spellings)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328416"/>
            <a:ext cx="108813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74136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91840" y="3374136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hamza/ya &amp; strip diacritics so the same root matches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261104"/>
            <a:ext cx="10881360" cy="8229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306824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filter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91840" y="4306824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noun/verb roots; function words (في، من، الذي، و) have no triliteral root → dropped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193792"/>
            <a:ext cx="108813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23951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 unit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291840" y="523951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ayah (document frequency) — long verses can't dominate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kinds of frequency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7498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26517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Ayah-frequency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Term-frequency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D8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per ayah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token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al-Fatiha رحم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app default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ayah-freq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754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 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ayah-counting silently drops repetition inside a verse.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trap of raw counts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text yields bigger counts regardless of emphasis.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ظلم looks like it lives in al-Baqara — only because al-Baqara is the longest surah.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count measures length as much as emphasis.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— normalize (ayahs are not equal-sized)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94960" cy="31089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1,000 AYAHS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ayah-freq ÷ 6,236 × 1000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290</a:t>
            </a:r>
            <a:pPr indent="0" marL="0">
              <a:buNone/>
            </a:pPr>
            <a:r>
              <a:rPr lang="en-US" sz="4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→ </a:t>
            </a:r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46.5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VERSES it occurs 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394960" cy="3108960"/>
          </a:xfrm>
          <a:prstGeom prst="rect">
            <a:avLst/>
          </a:prstGeom>
          <a:solidFill>
            <a:srgbClr val="E9F6F4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1,000 ROOTS  (size-true)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9D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term-freq ÷ 51,024 × 1000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6517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315</a:t>
            </a:r>
            <a:pPr indent="0" marL="0">
              <a:buNone/>
            </a:pPr>
            <a:r>
              <a:rPr lang="en-US" sz="4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→ </a:t>
            </a:r>
            <a:pPr indent="0" marL="0">
              <a:buNone/>
            </a:pPr>
            <a:r>
              <a:rPr lang="en-US" sz="46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6.17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537960" y="3931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ALL root-occurrences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both?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ayahs vary in length.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ظلم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leads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هدي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per-ayah (46.5&gt;43.0) — but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هدي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leads per-root (6.19&gt;6.17). The ranking flips.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themed-root frequency ladder</a:t>
            </a:r>
            <a:endParaRPr lang="en-US" sz="3000" dirty="0"/>
          </a:p>
        </p:txBody>
      </p:sp>
      <p:pic>
        <p:nvPicPr>
          <p:cNvPr id="4" name="Image 0" descr="/sessions/practical-intelligent-noether/mnt/Downloads/RootCourse/week01/fig_freq_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385" y="1280160"/>
            <a:ext cx="803275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0" y="1645920"/>
            <a:ext cx="23774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bands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pervasive ≥25/1k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5–25/1k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&lt;5/1k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descriptive, not a law of the text.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Predict, then check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named more —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عدل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(justice) or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ظلم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(injustice)?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ظلم  290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0" y="23774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عدل  24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12× more — the corpus names the violation far more than the ideal.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Presence, not endorsement: ظلم is named overwhelmingly to condemn it (polarity verified later).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counting erases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332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/ stance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(God, prophet, opponents)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polysemy (ظلم = injustice &amp; ظلمات darkness)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(who does what to whom)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roots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كفر is counted whether disbelief is described or quoted-and-refuted.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gives — and what it does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206240"/>
          </a:xfrm>
          <a:prstGeom prst="rect">
            <a:avLst/>
          </a:prstGeom>
          <a:solidFill>
            <a:srgbClr val="E9F6F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E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reproducible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all 6,236 ayahs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(via rates)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where to look deeper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baseline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94960" cy="420624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A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GIVE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meaning-in-context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(affirm vs condemn)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/ why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roots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≠ frequency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frequency SCOPES inquiry; it does not SETTLE it.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— frequency aspects</a:t>
            </a:r>
            <a:endParaRPr lang="en-US" sz="3000" dirty="0"/>
          </a:p>
        </p:txBody>
      </p:sp>
      <p:pic>
        <p:nvPicPr>
          <p:cNvPr id="4" name="Image 0" descr="/sessions/practical-intelligent-noether/mnt/Downloads/RootCourse/week01/fig1_frequ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280160"/>
            <a:ext cx="85039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 — Per-Root Profile (</a:t>
            </a:r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ظلم</a:t>
            </a:r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3000" dirty="0"/>
          </a:p>
        </p:txBody>
      </p:sp>
      <p:pic>
        <p:nvPicPr>
          <p:cNvPr id="4" name="Image 0" descr="/sessions/practical-intelligent-noether/mnt/Downloads/RootCourse/week01/sshot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26201"/>
            <a:ext cx="7680960" cy="34456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16459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→ Analyze →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Root Profile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ayahs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surahs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98.59th pct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app's frequency charts</a:t>
            </a:r>
            <a:endParaRPr lang="en-US" sz="3000" dirty="0"/>
          </a:p>
        </p:txBody>
      </p:sp>
      <p:pic>
        <p:nvPicPr>
          <p:cNvPr id="4" name="Image 0" descr="/sessions/practical-intelligent-noether/mnt/Downloads/RootCourse/week01/sshot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324" y="1280160"/>
            <a:ext cx="10322872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surface forms collapse into one root — frequency counts the root, not a spelling.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— al-Fatiha (by hand)</a:t>
            </a:r>
            <a:endParaRPr lang="en-US" sz="3000" dirty="0"/>
          </a:p>
        </p:txBody>
      </p:sp>
      <p:pic>
        <p:nvPicPr>
          <p:cNvPr id="4" name="Image 0" descr="/sessions/practical-intelligent-noether/mnt/Downloads/RootCourse/week01/fig_fati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76996"/>
            <a:ext cx="8229600" cy="3178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61120" y="1828800"/>
            <a:ext cx="2834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9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رحم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ayah-freq 2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term-freq 4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root uttered four times.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two-sentence reading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55448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 </a:t>
            </a:r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ظلم</a:t>
            </a:r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named in 290 ayahs (46.5/1k ayahs, 6.17/1k roots) — ~12× </a:t>
            </a:r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عدل</a:t>
            </a:r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474720"/>
            <a:ext cx="10881360" cy="1554480"/>
          </a:xfrm>
          <a:prstGeom prst="rect">
            <a:avLst/>
          </a:prstGeom>
          <a:solidFill>
            <a:srgbClr val="FBF3D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576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 </a:t>
            </a:r>
            <a:pPr indent="0" marL="0">
              <a:buNone/>
            </a:pPr>
            <a:r>
              <a:rPr lang="en-US" sz="1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read this as the text foregrounding the diagnosis of wrong over the abstract ideal.”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Fact, then labeled interpretation — never blurred.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week's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0515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 — by hand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80560" y="173736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&amp; density of your assigned short surah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881360" cy="10515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1752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 — in the app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0560" y="301752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your root; record BOTH rates (per 1k ayahs &amp; roots), home, tier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10881360" cy="10515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976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42976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screenshot + two readings (one per part), night before class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submission gates the live debrief.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Presence is a rate, not a count — and it is context-blind.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— distribution &amp; concentration: where a root sits, and how it spreads.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2026-05-29T00:41:11Z</dcterms:created>
  <dcterms:modified xsi:type="dcterms:W3CDTF">2026-05-29T00:41:11Z</dcterms:modified>
</cp:coreProperties>
</file>