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one word, two books, Week 7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word for sunrise and scripture (aya)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word names a recited verse and a natural wonder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calls a verse an 'aya' - and calls a sunrise, the rain, the human body an 'aya' too. Does one word really span cosmos and scripture? The sign-root appears 353 times; we tag where it co-occurs with NATURE roots vs SCRIPTURE roots.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Book6; the sign-root total (353) reproduces exactly; co-occurrence uses explicit nature/scripture root 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observation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Does the single word 'aya' genuinely span the natural world and the revealed text?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the sign-root (353) and where it co-occurs with nature vs scripture roots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compare the two registers; note the general remainder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fusion verse (41:53) where cosmos and self are 'shown' as signs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word, two registers</a:t>
            </a:r>
          </a:p>
        </p:txBody>
      </p:sp>
      <p:pic>
        <p:nvPicPr>
          <p:cNvPr id="4" name="Picture 3" descr="sg_t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sign-root co-occurs with scripture roots in 195 ayat and with nature roots in 61: verbally it leans to the recited signs, yet it is the SAME word for a sunrise.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fusion - signs in self and cosmos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41:53   سَنُرِيهِمْ آيَاتِنَا فِي الْآفَاقِ وَفِي أَنفُسِهِمْ حَتَّى يَتَبَيَّنَ   -  signs in horizons &amp; in themselves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51:21   وَفِي أَنفُسِكُمْ أَفَلَا تُبْصِرُونَ   -  NATURE — “and in yourselves; do you not see?”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'Sign' with scripture</a:t>
            </a:r>
          </a:p>
        </p:txBody>
      </p:sp>
      <p:pic>
        <p:nvPicPr>
          <p:cNvPr id="4" name="Picture 3" descr="sg_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7661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'sign' pairs with clarify, send-down, book, recite, reminder - the vocabulary of revelation (195 co-occurrences).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 word, two books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sign-root (353) names both a recited verse and a natural wonder - the same term for scripture and cosmos.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7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Verbally toward scripture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explicitly it sits with scripture (195) far more than nature (61)...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Conceptually both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...yet the very same word names the sun, the rain, the self - the fusion is deliberate (41:53).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'Sign' with nature</a:t>
            </a:r>
          </a:p>
        </p:txBody>
      </p:sp>
      <p:pic>
        <p:nvPicPr>
          <p:cNvPr id="4" name="Picture 3" descr="sg_n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7661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'sign' also pairs with night, creation, sun, moon, plant - the vocabulary of the cosmos (61 co-occurrences).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Nature signs and scripture signs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5"/>
              </a:spcAft>
            </a:pPr>
            <a:r>
              <a:rPr sz="25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75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2:164   إِنَّ فِي خَلْقِ السَّمَاوَاتِ وَالأَرْضِ وَاخْتِلاَفِ اللَّيْلِ وَالنَّهَارِ وَالْفُلْكِ   -  NATURE — heavens, earth, ships, rain</a:t>
            </a:r>
          </a:p>
          <a:p>
            <a:pPr algn="l">
              <a:spcAft>
                <a:spcPts val="1175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16:12   وَسَخَّرَ لَكُمُ اللَّيْلَ وَالْنَّهَارَ وَالشَّمْسَ وَالْقَمَرَ وَالْنُّجُومُ مُسَخَّرَاتٌ   -  NATURE — night, day, sun, moon, stars</a:t>
            </a:r>
          </a:p>
          <a:p>
            <a:pPr algn="l">
              <a:spcAft>
                <a:spcPts val="1175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45:6   تِلْك آيَاتُ اللَّهِ نَتْلُوهَا عَلَيْك بِالْحَقِّ فَبِأَيِّ حَدِيثٍ   -  SCRIPTURE — “these are God’s signs”</a:t>
            </a:r>
          </a:p>
          <a:p>
            <a:pPr algn="l">
              <a:spcAft>
                <a:spcPts val="1175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2:252   تِلْك آيَاتُ اللّهِ نَتْلُوهَا عَلَيْك بِالْحَقِّ وَإِنَّك   -  SCRIPTURE — “these are God’s signs, We recite”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353 signs by context</a:t>
            </a:r>
          </a:p>
        </p:txBody>
      </p:sp>
      <p:pic>
        <p:nvPicPr>
          <p:cNvPr id="4" name="Picture 3" descr="s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of 353 sign-ayat, 195 sit explicitly with scripture, 61 with nature, and 97 are general 'Our signs' - the term is deployed across both books.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'Sign' across the corpus</a:t>
            </a:r>
          </a:p>
        </p:txBody>
      </p:sp>
      <p:pic>
        <p:nvPicPr>
          <p:cNvPr id="4" name="Picture 3" descr="sg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523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sign-root is spread throughout, naming verses and natural wonders alike.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Creation and revelation share one vocabulary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sign-root spans both registers - leaning verbally to the recited signs (195 vs 61 in explicit co-occurrence) while naming nature with the very same term. The conflation is deliberate: the book and the world are presented as two volumes of one signage, each meant to be 'read.' 41:53 fuses them: 'We will show them Our signs in the horizons and in themselves.'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Of 353 sign-ayat, 97 are general 'Our signs' - the term floats freely between the two books.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revelation</a:t>
            </a:r>
          </a:p>
        </p:txBody>
      </p:sp>
      <p:pic>
        <p:nvPicPr>
          <p:cNvPr id="4" name="Picture 3" descr="s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57"/>
              </a:spcAft>
            </a:pPr>
            <a:r>
              <a:rPr sz="1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dual use of 'aya' runs the whole revelation; it is a structural feature, not a phase.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Verbally scripture, conceptually both</a:t>
            </a:r>
          </a:p>
        </p:txBody>
      </p:sp>
      <p:pic>
        <p:nvPicPr>
          <p:cNvPr id="4" name="Picture 3" descr="sg_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explicit lean is to scripture (195 vs 61), but the same word names nature - the conflation is the point (41:53: signs 'in the horizons and in themselves').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books, one word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Nature signs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sun, rain, the self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One word: aya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names both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Scripture signs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verse, book, recite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 creation as you read revelation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book and the world are two volumes of one signage.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Co-occurrence captures explicit pairing only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97 general 'Our signs' are untagged; the nature/scripture tiers are the analyst's, and the root sets are a choice.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But the dual use is robust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single word naming both a verse and a sunrise is the hard datum, independent of the tiering.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Sign-root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353 ayat (reproduces exactly).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Two registers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scripture 195, nature 61.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Tiers are the analyst's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nature/scripture root sets are a labelled choice.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64"/>
              </a:spcAft>
            </a:pPr>
            <a:r>
              <a:rPr sz="24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64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structure; theology is not settled by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sign-root; nature &amp; scripture root sets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co-occurrence by register; general remainder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register bars, scripture/nature bars, sura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41:53   سَنُرِيهِمْ آيَاتِنَا فِي الْآفَاقِ وَفِي أَنفُسِهِمْ حَتَّى يَتَبَيَّنَ   -  signs in horizons &amp; in themselves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51:21   وَفِي أَنفُسِكُمْ أَفَلَا تُبْصِرُونَ   -  NATURE — “and in yourselves; do you not see?”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volumes of one signage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same word 'aya' (353) names a recited verse AND a sunrise - creation and revelation share one vocabulary.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Verbally it leans to scripture (195 vs 61), but the dual use is the point: 41:53 shows signs 'in the horizons and in themselves.'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Co-occurrence captures explicit pairing; the dual use is the robust datum.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sign-root 353 ayat; with scripture 195, with nature 61, general 97.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word for verse and cosmos; verbally leans scripture, conceptually both; the fusion is deliberate (41:53).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