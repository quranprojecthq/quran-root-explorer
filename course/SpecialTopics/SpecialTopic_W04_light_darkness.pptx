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554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50"/>
              </a:spcAft>
            </a:pPr>
            <a:r>
              <a:rPr sz="2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SPECIAL TOPIC  -  number &amp; morphology, Week 4</a:t>
            </a:r>
          </a:p>
          <a:p>
            <a:pPr algn="l">
              <a:spcAft>
                <a:spcPts val="1050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light, many darknesses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834640"/>
            <a:ext cx="11430000" cy="36576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70"/>
              </a:spcAft>
            </a:pPr>
            <a:r>
              <a:rPr sz="25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creed encoded in grammatical number - with zero exceptions</a:t>
            </a:r>
          </a:p>
          <a:p>
            <a:pPr algn="l">
              <a:spcAft>
                <a:spcPts val="1270"/>
              </a:spcAft>
            </a:pPr>
            <a:r>
              <a:rPr sz="23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Light and darkness are a stock pair, but their NUMBER tells a story: is 'light' (nur) ever plural? is 'darkness' (zulumat) ever singular? We count every surface form, tagging singular vs plural, and weigh light against darkness overall.</a:t>
            </a:r>
          </a:p>
          <a:p>
            <a:pPr algn="l">
              <a:spcAft>
                <a:spcPts val="1270"/>
              </a:spcAft>
            </a:pPr>
            <a:r>
              <a:rPr sz="21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Counts recompute from Book6 by surface form; fire (nar) shares the lexical family but is a different sense and is excluded.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question, and the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281245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observation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Does the grammatical NUMBER of light vs darkness encode a consistent pattern?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506541"/>
            <a:ext cx="11430000" cy="315029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12"/>
              </a:spcAft>
            </a:pPr>
            <a:r>
              <a:rPr sz="2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method</a:t>
            </a:r>
          </a:p>
          <a:p>
            <a:pPr algn="l">
              <a:spcAft>
                <a:spcPts val="1512"/>
              </a:spcAft>
            </a:pPr>
            <a:r>
              <a:rPr sz="22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count every surface form of light and of darkness</a:t>
            </a:r>
          </a:p>
          <a:p>
            <a:pPr algn="l">
              <a:spcAft>
                <a:spcPts val="1512"/>
              </a:spcAft>
            </a:pPr>
            <a:r>
              <a:rPr sz="22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tag each as singular or plural</a:t>
            </a:r>
          </a:p>
          <a:p>
            <a:pPr algn="l">
              <a:spcAft>
                <a:spcPts val="1512"/>
              </a:spcAft>
            </a:pPr>
            <a:r>
              <a:rPr sz="22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weigh light against darkness overall - let number, not translation, carry the finding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Light outnumbers darkness</a:t>
            </a:r>
          </a:p>
        </p:txBody>
      </p:sp>
      <p:pic>
        <p:nvPicPr>
          <p:cNvPr id="4" name="Picture 3" descr="ld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light (noun) is named in 36 ayat, darkness in 21: the corpus weights illumination over its absence by roughly 1.7 to 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God is light; darknesses and the light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24:35   اللَّهُ نُورُ السَّمَاوَاتِ وَالْأَرْضِ مَثَلُ نُورِهِ كمِشْكاةٍ   -  “God is the light of heavens &amp; earth”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6:1   الْحَمْدُ لِلّهِ الَّذِي خَلَقَ السَّمَاوَاتِ وَالأَرْضَ وَجَعَلَ الظُّلُمَاتِ وَالنُّورَ ثُمَّ الَّذِينَ   -  “…and made the darknesses and the light”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One light, many darknesses - zero exceptions</a:t>
            </a:r>
          </a:p>
        </p:txBody>
      </p:sp>
      <p:pic>
        <p:nvPicPr>
          <p:cNvPr id="4" name="Picture 3" descr="ld_nu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light is ALWAYS singular (plural 'anwar' = 0); darkness is ALWAYS plural (singular 'zulma' = 0). A hard morphological datum with no counter-examples.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the data shows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54"/>
              </a:spcAft>
            </a:pPr>
            <a:r>
              <a:rPr sz="23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One light</a:t>
            </a:r>
          </a:p>
          <a:p>
            <a:pPr algn="l">
              <a:spcAft>
                <a:spcPts val="1454"/>
              </a:spcAft>
            </a:pPr>
            <a:r>
              <a:rPr sz="21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'nur' appears in 36 ayat and is ALWAYS singular - never pluralised ('anwar' = 0).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4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Many darknesses</a:t>
            </a:r>
          </a:p>
          <a:p>
            <a:pPr algn="l">
              <a:spcAft>
                <a:spcPts val="152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'zulumat' appears in 21 ayat and is ALWAYS plural - the singular 'zulma' = 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And light leads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light is named ~1.7x as often as darkness - the corpus weights illumination over its absence.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Light across the corpus</a:t>
            </a:r>
          </a:p>
        </p:txBody>
      </p:sp>
      <p:pic>
        <p:nvPicPr>
          <p:cNvPr id="4" name="Picture 3" descr="ld_light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44"/>
              </a:spcAft>
            </a:pPr>
            <a:r>
              <a:rPr sz="16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light clusters in the guidance and divine-attribute passages (24:35, 'God is the light...').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Out of the darknesses into the light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2:257   أَوْلِيَآؤُهُمُ الطَّاغُوتُ يُخْرِجُونَهُم مِّنَ النُّورِ إِلَى الظُّلُمَاتِ أُوْلَئِك أَصْحَابُ النَّارِ هُمْ   -  the false gods: out of light into darkness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5:16   يَهْدِي بِهِ اللّهُ مَنِ اتَّبَعَ رِضْوَانَهُ سُبُلَ السَّلاَمِ وَيُخْرِجُهُم مِّنِ الظُّلُمَاتِ إِلَى   -  out of the darknesses into the light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Darkness across the corpus</a:t>
            </a:r>
          </a:p>
        </p:txBody>
      </p:sp>
      <p:pic>
        <p:nvPicPr>
          <p:cNvPr id="4" name="Picture 3" descr="ld_dark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20"/>
              </a:spcAft>
            </a:pPr>
            <a:r>
              <a:rPr sz="15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darkness appears alongside light in the journey passages ('out of the darknesses into the light').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Both across the revelation</a:t>
            </a:r>
          </a:p>
        </p:txBody>
      </p:sp>
      <p:pic>
        <p:nvPicPr>
          <p:cNvPr id="4" name="Picture 3" descr="ld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85"/>
              </a:spcAft>
            </a:pPr>
            <a:r>
              <a:rPr sz="18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pair runs the whole revelation; the singular/plural asymmetry holds throughout.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Unity of light, multiplicity of dark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With zero exceptions, a single 'nur' (never pluralised) is set against plural 'zulumat' (never singularised), and light outnumbers darkness (36 vs 21). The grammar encodes a creed: truth and guidance are ONE; error and confusion are MANY. The number is the message.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morphology is a hard datum (0 counter-examples); the reading laid over it is labelled.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They travel together</a:t>
            </a:r>
          </a:p>
        </p:txBody>
      </p:sp>
      <p:pic>
        <p:nvPicPr>
          <p:cNvPr id="4" name="Picture 3" descr="ld_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light and darkness co-occur in 28 ayat at 3.5x chance: a deliberate contrast pair, not separate vocabularies.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By grammatical number</a:t>
            </a:r>
          </a:p>
        </p:txBody>
      </p:sp>
      <p:pic>
        <p:nvPicPr>
          <p:cNvPr id="4" name="Picture 3" descr="ld_fo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singular light (36) vs plural darkness (21); the 'wrong-number' forms (plural light, singular darkness) are both 0/0 - they do not occur.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Grammar as creed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3383280" cy="14173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Light = singular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one - never pluralised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3192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26280" y="1783080"/>
            <a:ext cx="3383280" cy="14173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Darkness = plural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many - never singular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95528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49640" y="1783080"/>
            <a:ext cx="3017520" cy="141732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Light leads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~2x more frequent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520440"/>
            <a:ext cx="11430000" cy="30632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number is the message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one truth, many errors - a labelled reading over a 0-exception morphological datum.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Honest limits and critique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reading is laid over the datum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'one truth, many errors' is the interpretation; the 0-exception singular/plural split is the computed fact.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Fire shares the family but not the sense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'nar' (fire) belongs to a related lexical family but is a different concept and is excluded - a sense-verification step.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Reading this honestly - the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Counts exact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light 36, darkness 21.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63055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Zero exceptions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plural-light and singular-darkness both = 0; no counter-examples.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980944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Light leads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~1.7x more than darkness.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2980944"/>
            <a:ext cx="5650992" cy="177393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 Fire excluded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'nar' is a different sense, kept 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Not a proof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counts/co-occurrence locate structure; they do not settle theology.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 raw mixing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forms/senses separated before counting (course rule).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this was computed (reproducible)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38328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Book6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light &amp; darkness surface forms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148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783080"/>
            <a:ext cx="338328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measure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number (singular/plural), totals, co-occurrence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4582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783080"/>
            <a:ext cx="2286000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figures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count bars, number bars, sura maps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474720"/>
            <a:ext cx="11430000" cy="3108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70"/>
              </a:spcAft>
            </a:pPr>
            <a:r>
              <a:rPr sz="27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Fully reproducible</a:t>
            </a:r>
          </a:p>
          <a:p>
            <a:pPr algn="l">
              <a:spcAft>
                <a:spcPts val="1370"/>
              </a:spcAft>
            </a:pPr>
            <a:r>
              <a:rPr sz="24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figure recomputes from Book6.xlsx via the shared wk.py kernel (fixed seed). Roots are normalized (Persian/Arabic letter variants folded) so counts are stable; surface forms are used wherever a concept must be kept apart from its root family (per the course's sense-verification rule).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Appendix - input snippets (Book6, vocalized)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verbatim snippets with addresses: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24:35   اللَّهُ نُورُ السَّمَاوَاتِ وَالْأَرْضِ مَثَلُ نُورِهِ كمِشْكاةٍ   -  “God is the light of heavens &amp; earth”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6:1   الْحَمْدُ لِلّهِ الَّذِي خَلَقَ السَّمَاوَاتِ وَالأَرْضَ وَجَعَلَ الظُّلُمَاتِ وَالنُّورَ ثُمَّ الَّذِينَ   -  “…and made the darknesses and the light”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number is the message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Light is always singular (36 ayat, never plural); darkness is always plural (21, never singular).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Light leads darkness ~1.7 to 1, and the two are a tight contrast pair (28 shared ayat).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grammar encodes a creed - one truth, many errors - a labelled reading laid over a 0-exception datum. Presented from the text.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light 36 (always singular) - darkness 21 (always plural) - plural-light 0, singular-darkness 0 - shared 28 ayat.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shape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one light vs many darknesses, with zero exceptions; light outnumbers darkness ~2:1; fire excluded as a different sense.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