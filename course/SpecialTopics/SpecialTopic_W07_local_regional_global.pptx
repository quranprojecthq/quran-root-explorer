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reach &amp; name-fields, Week 7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Local, regional, or global? The reach of the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7"/>
              </a:spcAft>
            </a:pPr>
            <a:r>
              <a:rPr sz="23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global frame, told through a regional past, on a barely-named local stage</a:t>
            </a:r>
          </a:p>
          <a:p>
            <a:pPr algn="l">
              <a:spcAft>
                <a:spcPts val="1177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the Qur'an a local Arabian text, a regional Near-Eastern one, or a universal address? Its own name-vocabulary points somewhere. We count ayat naming three tiers - GLOBAL (mankind, the worlds), REGIONAL (the Abrahamic prophets), LOCAL (Kaaba, Aad/Thamud, the Arabic tongue, Mecca, Quraysh).</a:t>
            </a:r>
          </a:p>
          <a:p>
            <a:pPr algn="l">
              <a:spcAft>
                <a:spcPts val="1177"/>
              </a:spcAft>
            </a:pPr>
            <a:r>
              <a:rPr sz="20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 by root/surface; proper-name normalization is imperfect (a stated limit), but the asymmetries are large.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question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Where does the Qur'an's content point - local, regional, or global?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ayat naming each tier's key terms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compare the three scales against each other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treat name-mention as REACH, not emphasis - a labelled proxy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Three scales at once</a:t>
            </a:r>
          </a:p>
        </p:txBody>
      </p:sp>
      <p:pic>
        <p:nvPicPr>
          <p:cNvPr id="4" name="Picture 3" descr="lrg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global terms (mankind+worlds 398), regional (Moses+Pharaoh+Abraham 261) and local (Kaaba+Aad+Quraysh 32) all operate - the regional story is by far the densest.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GLOBAL - all mankind / the worlds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1:2   الْحَمْدُ للّهِ رَبِّ الْعَالَمِينَ   -  GLOBAL — Lord of all the worlds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49:13   يَا أَيُّهَا النَّاسُ إِنَّا خَلَقْنَاكُم مِّن ذَكرٍ وَأُنثَى   -  GLOBAL — O mankind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global frame, a regional story</a:t>
            </a:r>
          </a:p>
        </p:txBody>
      </p:sp>
      <p:pic>
        <p:nvPicPr>
          <p:cNvPr id="4" name="Picture 3" descr="lrg_reg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766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framed globally (mankind 321, the worlds 77) yet narrated through the Near-East: Moses fills 131 ayat - rivalling 'mankind' itself - with Pharaoh 67 and Abraham 63.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Global frame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addresses all mankind (321) and is 'Lord of the worlds' (77) - the widest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Regional story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its narrative runs through the Abrahamic Near-East - Moses (131), Pharaoh (67), Abraham (63): by far the densest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Local stage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its own Hijaz is named sparingly - Kaaba (4), Quraysh (1), the Arabic tongue (11): the stage, not the subject.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Its own backyard, barely named</a:t>
            </a:r>
          </a:p>
        </p:txBody>
      </p:sp>
      <p:pic>
        <p:nvPicPr>
          <p:cNvPr id="4" name="Picture 3" descr="lrg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Arabian setting is sparse by name: Aad 27, Thamud 25, the Kaaba 4, the Arabic tongue 11, Quraysh 1. The local is the stage, not the subject.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REGIONAL past, LOCAL setting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79:17   اذْهَبْ إِلَى فِرْعَوْنَ إِنَّهُ طَغَى   -  REGIONAL — “Go to Pharaoh”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2:136   وَمَا أُنزِلَ إِلَى إِبْرَاهِيمَ وَإِسْمَاعِيلَ وَإِسْحَقَ وَيَعْقُوبَ وَالأسْبَاطِ وَمَا   -  REGIONAL — Abraham, Moses, Jesus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3:96   إِنَّ أَوَّلَ بَيْتٍ وُضِعَ   -  LOCAL — first House, at Bakka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106:1   لِإِيلَافِ قُرَيْشٍ   -  LOCAL — for the security of Quraysh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Exodus outweighs Quraysh</a:t>
            </a:r>
          </a:p>
        </p:txBody>
      </p:sp>
      <p:pic>
        <p:nvPicPr>
          <p:cNvPr id="4" name="Picture 3" descr="lrg_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Moses (131) vs Quraysh (1): a distant Exodus dwarfs the local tribe by ~131x. No rounding artefact.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Moses across the corpus</a:t>
            </a:r>
          </a:p>
        </p:txBody>
      </p:sp>
      <p:pic>
        <p:nvPicPr>
          <p:cNvPr id="4" name="Picture 3" descr="lrg_musa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20"/>
              </a:spcAft>
            </a:pPr>
            <a:r>
              <a:rPr sz="15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Moses narrative is spread across many suras - the densest single thread of the regional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particular as a doorway to the universal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All three scales operate at once. The Qur'an addresses ALL mankind (global), tells its story through the shared Abrahamic past (regional, by far the densest - Moses alone fills 131 ayat), and treats its own Hijaz as the stage rather than the subject (Mecca/Quraysh barely named). A distant Exodus outweighs the local Quraysh by ~131x: the particular becomes the doorway to the universal, not its rival.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asymmetry is robust - Moses vs Quraysh is no rounding artefact.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'Mankind' across the corpus</a:t>
            </a:r>
          </a:p>
        </p:txBody>
      </p:sp>
      <p:pic>
        <p:nvPicPr>
          <p:cNvPr id="4" name="Picture 3" descr="lrg_nas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57"/>
              </a:spcAft>
            </a:pPr>
            <a:r>
              <a:rPr sz="1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'mankind' is named throughout - the global frame within which the regional story is told.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full tiering</a:t>
            </a:r>
          </a:p>
        </p:txBody>
      </p:sp>
      <p:pic>
        <p:nvPicPr>
          <p:cNvPr id="4" name="Picture 3" descr="lrg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global (mankind 321, worlds 77), regional (Moses 131, Pharaoh 67, Abraham 63), local (Kaaba 4, Quraysh 1) - the particular is a doorway to the universal.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Three scales, one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GLOBAL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all mankind, the worlds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REGIONAL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Abrahamic past (densest)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LOCAL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Hijaz - the stage, barely named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particular, a doorway to the universal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distant Exodus outweighs the local tribe - the local is the stage, not the subject.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Mention proxies reach, not weight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name-mention measures REACH, not emphasis or theological weight; proper-name normalization is imperfect; the tiers are the analyst's, not a Qur'anic category.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But the asymmetry is robust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Moses (131) vs Mecca/Quraysh (~1) is far too large to be an artefact - the global-frame/regional-story/local-stage shape holds.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Tiers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global 398, regional 261, local 32.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Asymmetry robust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Moses 131 vs Quraysh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Name normalization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proper-name folding is imperfect (a stated limit).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Tiers are the analyst's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'local/regional/global' is a labelled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64"/>
              </a:spcAft>
            </a:pPr>
            <a:r>
              <a:rPr sz="24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64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structure;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name-fields by tier (root/surface)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ayat naming each; compare three scales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tier bars, regional/local bars,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1:2   الْحَمْدُ للّهِ رَبِّ الْعَالَمِينَ   -  GLOBAL — Lord of all the worlds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49:13   يَا أَيُّهَا النَّاسُ إِنَّا خَلَقْنَاكُم مِّن ذَكرٍ وَأُنثَى   -  GLOBAL — O mankind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global frame, a regional story, a local stage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addresses all mankind (global, 321), narrates through the Abrahamic past (regional - Moses 131, the densest thread), and barely names its own Hijaz (local - Quraysh 1).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distant Exodus outweighs the local tribe by ~131x - the particular is a doorway to the universal.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Name-mention proxies reach, not weight (a labelled limit); the asymmetry is robust.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mankind 321 - worlds 77 - Moses 131 - Pharaoh 67 - Abraham 63 - Kaaba 4 - Quraysh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all three scales at once; regional story densest; local stage barely named; mention = reach (a labelled proxy).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