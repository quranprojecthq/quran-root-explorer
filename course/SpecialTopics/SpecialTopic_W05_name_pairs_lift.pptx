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association, Week 5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Which Divine-Name pairs truly bond? Count vs lift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77"/>
              </a:spcAft>
            </a:pPr>
            <a:r>
              <a:rPr sz="23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big shared count can be mere frequency - lift exposes the real attraction</a:t>
            </a:r>
          </a:p>
          <a:p>
            <a:pPr algn="l">
              <a:spcAft>
                <a:spcPts val="1177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Verses end on paired Names - 'Forgiving, Merciful', 'Mighty, Wise'. Which pairs are a real bond, and which only look tight because both Names are everywhere? For each pair we compute the shared-verse COUNT and the LIFT (joint over expected-by-chance).</a:t>
            </a:r>
          </a:p>
          <a:p>
            <a:pPr algn="l">
              <a:spcAft>
                <a:spcPts val="1177"/>
              </a:spcAft>
            </a:pPr>
            <a:r>
              <a:rPr sz="20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and lifts recompute from Book6 and reproduce exactly; lift = observed shared ayat divided by frequency-expected.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question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a frequent Name-pairing a genuine bond, or an artefact of two common Names co-occurring by chance?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1"/>
              </a:spcAft>
            </a:pPr>
            <a:r>
              <a:rPr sz="27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for each pair compute the shared-ayah COUNT and the LIFT (x over chance)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rank by both; watch where the rankings disagree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read count and lift together - neither alone is enough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By raw count</a:t>
            </a:r>
          </a:p>
        </p:txBody>
      </p:sp>
      <p:pic>
        <p:nvPicPr>
          <p:cNvPr id="4" name="Picture 3" descr="np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75"/>
              </a:spcAft>
            </a:pPr>
            <a:r>
              <a:rPr sz="17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by shared verses, Alim+Hakim (71) and Ghafur+Rahim (91) look like the tightest pairs.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gold-standard and the tight-but-thin pairs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48:7   وَلِلَّهِ جُنُودُ السَّمَاوَاتِ وَالْأَرْضِ وَكانَ اللَّهُ   -  “…ever Mighty, Wise” (ʿAzīz Ḥakīm)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2:235   وَلاَ جُنَاحَ عَلَيْكُمْ فِيمَا عَرَّضْتُم بِهِ مِنْ   -  “…Forgiving, Forbearing” (Ghafūr Ḥalīm)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By lift - a different ranking</a:t>
            </a:r>
          </a:p>
        </p:txBody>
      </p:sp>
      <p:pic>
        <p:nvPicPr>
          <p:cNvPr id="4" name="Picture 3" descr="np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by lift, Ghafur+Halim (13.9x on 9 verses) and Aziz+Hakim (13.8x) win; Alim+Hakim's big count collapses to 3.2x.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91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 says one thing</a:t>
            </a:r>
          </a:p>
          <a:p>
            <a:pPr algn="l">
              <a:spcAft>
                <a:spcPts val="1591"/>
              </a:spcAft>
            </a:pPr>
            <a:r>
              <a:rPr sz="23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raw shared verses, Alim+Hakim (71) and Ghafur+Rahim (91) look tightest.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Lift says another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by lift, Ghafur+Halim (13.9x) and Aziz+Hakim (13.8x) win; Alim+Hakim collapses to 3.2x.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gold standard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Aziz+Hakim - strong lift (13.8x) AND solid support (49 verses): the bond you can trust.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Count and lift pull apart</a:t>
            </a:r>
          </a:p>
        </p:txBody>
      </p:sp>
      <p:pic>
        <p:nvPicPr>
          <p:cNvPr id="4" name="Picture 3" descr="np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high count does not imply high lift. The frequent pair sits low on lift; the tight bond sits low on count. Read both axes.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frequent-but-weak, and the common pair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2:32   قَالُواْ سُبْحَانَك لاَ عِلْمَ لَنَا إِلاَّ مَا   -  “…the Knowing, the Wise” (ʿAlīm Ḥakīm)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2:173   إِنَّمَا حَرَّمَ عَلَيْكُمُ الْمَيْتَةَ وَالدَّمَ   -  “…Forgiving, Merciful” (Ghafūr Raḥīm)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Why a big count misleads</a:t>
            </a:r>
          </a:p>
        </p:txBody>
      </p:sp>
      <p:pic>
        <p:nvPicPr>
          <p:cNvPr id="4" name="Picture 3" descr="np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576615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'Knowing' alone appears in 728 ayat. Two ubiquitous Names will share many verses by chance - inflating their count without a real bond.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'Mighty' across the corpus</a:t>
            </a:r>
          </a:p>
        </p:txBody>
      </p:sp>
      <p:pic>
        <p:nvPicPr>
          <p:cNvPr id="4" name="Picture 3" descr="np_azz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'Mighty' (Aziz) clusters in the sovereignty passages; its pairing with 'Wise' is both frequent enough and tight.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Frequency is not a bond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most FREQUENT pairing (Alim+Hakim, 71 verses) is among the WEAKEST by lift (3.2x) - inflated because 'Knowing' appears in 728 ayat. The tightest real bond is Ghafur+Halim (13.9x), rare but almost always together. The safest is Aziz+Hakim: strong lift AND solid support. Read three numbers, not one: count, lift, and stability.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High lift on a low count (Ghafur+Halim, ~9 verses) is itself thin support - a leave-one-out would wobble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gold standard</a:t>
            </a:r>
          </a:p>
        </p:txBody>
      </p:sp>
      <p:pic>
        <p:nvPicPr>
          <p:cNvPr id="4" name="Picture 3" descr="np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Aziz+Hakim has strong lift (13.8x) AND solid support (49 verses) - the safest bond. Ghafur+Halim is tighter (13.9x) but thin (9).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Frequency is not a bond</a:t>
            </a:r>
          </a:p>
        </p:txBody>
      </p:sp>
      <p:pic>
        <p:nvPicPr>
          <p:cNvPr id="4" name="Picture 3" descr="np_al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Alim+Hakim is the most FREQUENT pairing (71) yet among the WEAKEST by lift (3.2x) - inflated because 'Knowing' is everywhere.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Three numbers, not 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support - can be mere frequency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Lift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attraction over chance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Stability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does it survive leave-one-out?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Frequency is not a bond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frequent pair is weak; the tight pair is thin; the gold standard balances lift and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Lift alone can mislead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13.9x lift on 9 verses is fragile; a leave-one-out would shake it. High lift on low count is not yet a secure bond.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three numbers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count, lift, and stability together; the frequent pair is weak, the tight pair is thin, the gold standard balances both.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Counts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Alim+Hakim 71, Ghafur+Rahim 91, Aziz+Hakim 49, Ghafur+Halim 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Lifts exact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3.2 / 9.0 / 13.8 / 13.9x.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Frequency confound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'Knowing' in 728 ayat inflates its pairings.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Thin lifts wobble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13.9x on ~9 verses is fragile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counts/lift locate structure;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Divine-Name roots; pairwise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shared-verse count and lift (joint/expected)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 bars, lift bars, count-vs-lift scatter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48:7   وَلِلَّهِ جُنُودُ السَّمَاوَاتِ وَالْأَرْضِ وَكانَ اللَّهُ   -  “…ever Mighty, Wise” (ʿAzīz Ḥakīm)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2:235   وَلاَ جُنَاحَ عَلَيْكُمْ فِيمَا عَرَّضْتُم بِهِ مِنْ   -  “…Forgiving, Forbearing” (Ghafūr Ḥalīm)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count and lift together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most frequent Name-pairing (Alim+Hakim, 71) is among the weakest bonds (3.2x) - frequency, not attraction.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tightest bond is Ghafur+Halim (13.9x, but thin); the gold standard is Aziz+Hakim - strong lift (13.8x) and solid support (49).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Frequency is not a bond; lift alone can mislead; read count, lift and stability.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Alim+Hakim 71v/3.2x - Ghafur+Rahim 91v/9.0x - Aziz+Hakim 49v/13.8x - Ghafur+Halim 9v/13.9x.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big count can be mere frequency; lift exposes attraction; the gold standard (Aziz+Hakim) has both; thin lifts wobble.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