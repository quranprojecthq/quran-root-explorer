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5544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50"/>
              </a:spcAft>
            </a:pPr>
            <a:r>
              <a:rPr sz="2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SPECIAL TOPIC  -  forms &amp; senses, Week 3</a:t>
            </a:r>
          </a:p>
          <a:p>
            <a:pPr algn="l">
              <a:spcAft>
                <a:spcPts val="1050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Religion, Islam, Qur'an - one thing, or three?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834640"/>
            <a:ext cx="11430000" cy="36576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70"/>
              </a:spcAft>
            </a:pPr>
            <a:r>
              <a:rPr sz="25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Three words people use interchangeably - tested for equivalence</a:t>
            </a:r>
          </a:p>
          <a:p>
            <a:pPr algn="l">
              <a:spcAft>
                <a:spcPts val="1270"/>
              </a:spcAft>
            </a:pPr>
            <a:r>
              <a:rPr sz="23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People treat 'din' (religion), 'islam' (submission) and 'Qur'an' as near-synonyms for 'the religion.' Equivalence leaves a fingerprint: true synonyms co-occur and gloss each other. We test for it rather than assume it - all three roots are polysemous, so figures use co-occurrence, not bare totals.</a:t>
            </a:r>
          </a:p>
          <a:p>
            <a:pPr algn="l">
              <a:spcAft>
                <a:spcPts val="1270"/>
              </a:spcAft>
            </a:pPr>
            <a:r>
              <a:rPr sz="21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count recomputes from Book6; the co-occurrence numbers are exact and reproducible.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question, and the method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281245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claim to test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Are din, islam and Qur'an one concept in the corpus - or a genus, a species, and a Book?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506541"/>
            <a:ext cx="11430000" cy="315029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91"/>
              </a:spcAft>
            </a:pPr>
            <a:r>
              <a:rPr sz="27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method</a:t>
            </a:r>
          </a:p>
          <a:p>
            <a:pPr algn="l">
              <a:spcAft>
                <a:spcPts val="1591"/>
              </a:spcAft>
            </a:pPr>
            <a:r>
              <a:rPr sz="23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count each root's field, then the shared-ayah counts for all three pairs</a:t>
            </a:r>
          </a:p>
          <a:p>
            <a:pPr algn="l">
              <a:spcAft>
                <a:spcPts val="1591"/>
              </a:spcAft>
            </a:pPr>
            <a:r>
              <a:rPr sz="23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read what 'religion' pairs with (God? submission? 'to you yours'?)</a:t>
            </a:r>
          </a:p>
          <a:p>
            <a:pPr algn="l">
              <a:spcAft>
                <a:spcPts val="1591"/>
              </a:spcAft>
            </a:pPr>
            <a:r>
              <a:rPr sz="23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treat zero co-occurrence as a blunt-but-real signal of non-equivalence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Three fields, three sizes</a:t>
            </a:r>
          </a:p>
        </p:txBody>
      </p:sp>
      <p:pic>
        <p:nvPicPr>
          <p:cNvPr id="4" name="Picture 3" descr="din_fr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38172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three roots appear in 87, 142, 79 ayat respectively. Comparable sizes - so any non-overlap is not a frequency artefact.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identity verses - religion and submission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3:19   إِنَّ الدِّينَ عِندَ اللّهِ الإِسْلاَمُ وَمَا اخْتَلَفَ الَّذِينَ أُوْتُواْ الْكِتَابَ إِلاَّ   -  دین = اسلام (identity)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5:3   وَرَضِيتُ لَكُمُ الإِسْلاَمَ دِينًا فَمَنِ   -  اسلام approved AS the دین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3:85   وَمَن يَبْتَغِ غَيْرَ الإِسْلاَمِ دِينًا فَلَن يُقْبَلَ مِنْهُ وَهُوَ فِي الآخِرَةِ   -  no دین but اسلام is accepted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Only one pair ever shares a verse</a:t>
            </a:r>
          </a:p>
        </p:txBody>
      </p:sp>
      <p:pic>
        <p:nvPicPr>
          <p:cNvPr id="4" name="Picture 3" descr="din_co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'religion' and 'submission' share 7 ayat; 'religion'+'Qur'an' and 'submission'+'Qur'an' share 0 and 0. Qur'an is never lexically equated with the religion.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the data shows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14"/>
              </a:spcAft>
            </a:pPr>
            <a:r>
              <a:rPr sz="22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din = the GENUS</a:t>
            </a:r>
          </a:p>
          <a:p>
            <a:pPr algn="l">
              <a:spcAft>
                <a:spcPts val="1414"/>
              </a:spcAft>
            </a:pPr>
            <a:r>
              <a:rPr sz="21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way / religion (and 'the Reckoning', and even 'debt'); it can be anyone's - 'to you yours, to me mine' (109:6). Field of 87 ayat.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islam = the SPECIES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one din named as accepted (3:19; 3:85); din contains islam - equivalent only in the chosen case.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= the BOOK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recited text that CARRIES the din; zero shared ayat with either - the vehicle, not the destination.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And that one pair attracts above chance</a:t>
            </a:r>
          </a:p>
        </p:txBody>
      </p:sp>
      <p:pic>
        <p:nvPicPr>
          <p:cNvPr id="4" name="Picture 3" descr="din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28"/>
              </a:spcAft>
            </a:pPr>
            <a:r>
              <a:rPr sz="16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din+islam co-occur at 3.5x chance (7 ayat): a real bond. The Qur'an-root sits at zero with both.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'Religion' in its other senses, and the Qur'an as the Book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1:4   مَالِكِ يَوْمِ الدِّينِ   -  دین = Day of Judgment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2:282   يَا أَيُّهَا الَّذِينَ آمَنُواْ إِذَا تَدَايَنتُم بِدَيْنٍ إِلَى أَجَلٍ مُّسَمًّى فَاكْتُبُوهُ   -  دین = debt (dayn)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109:6   لَكُمْ دِينُكُمْ وَلِيَ دِينِ   -  دین = each one’s way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15:1   الَرَ تِلْك آيَاتُ الْكِتَابِ وَقُرْآنٍ مُّبِينٍ   -  قرآن = the Book (kitāb)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12:2   إِنَّا أَنزَلْنَاهُ قُرْآنًا عَرَبِيًّا لَّعَلَّكُمْ تَعْقِلُونَ   -  قرآن sent down (anzalnā)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'Religion' across the corpus</a:t>
            </a:r>
          </a:p>
        </p:txBody>
      </p:sp>
      <p:pic>
        <p:nvPicPr>
          <p:cNvPr id="4" name="Picture 3" descr="din_s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95"/>
              </a:spcAft>
            </a:pPr>
            <a:r>
              <a:rPr sz="18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'religion' is spread across the corpus, clustering in the creed and law passages.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recitation-root across the corpus</a:t>
            </a:r>
          </a:p>
        </p:txBody>
      </p:sp>
      <p:pic>
        <p:nvPicPr>
          <p:cNvPr id="4" name="Picture 3" descr="qr_s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Qur'an-root tracks passages about the Book, sending-down and reciting - the vehicle, not the religion.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genus, a species, and a Book - not three names for one thing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folk shortcut 'din = islam = Qur'an' is only half-supported. The corpus reserves identity strictly for din&lt;-&gt;islam (the 'identity verses' 3:19, 5:3), treats islam as the specific din God accepts, and never lexically equates the Qur'an with the religion - it pairs the Book-root with sending-down, reminder and recital. Most 'din = Islam' claims quietly ignore the Judgment-Day and debt senses of din.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din contains islam; the Qur'an carries both - three layers, not one synonym.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All three span the revelation</a:t>
            </a:r>
          </a:p>
        </p:txBody>
      </p:sp>
      <p:pic>
        <p:nvPicPr>
          <p:cNvPr id="4" name="Picture 3" descr="din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80"/>
              </a:spcAft>
            </a:pPr>
            <a:r>
              <a:rPr sz="1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none of the three is period-bound; the distinction is conceptual, not chronological.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'religion' keeps company with</a:t>
            </a:r>
          </a:p>
        </p:txBody>
      </p:sp>
      <p:pic>
        <p:nvPicPr>
          <p:cNvPr id="4" name="Picture 3" descr="din_part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'religion' pairs most with God and submission, and famously with 'say' (109:6: 'to you your religion, to me mine') - it can be anyone's way, the genus.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Genus, species, Book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3383280" cy="14173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din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way - anyone's (genus)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3192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26280" y="1783080"/>
            <a:ext cx="3383280" cy="14173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islam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accepted din (species)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95528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49640" y="1783080"/>
            <a:ext cx="3017520" cy="141732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Book that carries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520440"/>
            <a:ext cx="11430000" cy="30632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Three layers, not one word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din contains islam; the Qur'an carries both - the corpus keeps them lexically distinct.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Honest limits and critique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Zero co-occurrence is blunt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Absence of shared verses does not by itself prove non-synonymy - but here it lines up with the grammar: the Qur'an-root is never used to mean 'the religion.'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Senses must be separated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din also = Judgment-Day and debt; islam's root also = peace/Solomon. Counting raw roots as one idea would merge distinct concepts - so figures lean on co-occurrence, which is sense-robust.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Reading this honestly - the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Fields are counted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87/142/79 ayat for the three roots.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63055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Overlaps are exact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din+islam 7, din+Qur'an 0, islam+Qur'an 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980944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din&lt;-&gt;islam attracts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3.5x chance - a real bond.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2980944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Not a proof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co-occurrence and counts locate meaning; they do not settle theology.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4882896"/>
            <a:ext cx="5650992" cy="177393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 'Roles' are a gloss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genus/species/Book is the analyst's label on the usage.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5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 raw-root mixing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senses/forms are separated before counting (course rule).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How this was computed (reproducible)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38328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Book6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din, islam, Qur'an roots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148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783080"/>
            <a:ext cx="338328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measure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field size, all-pairs co-occurrence &amp; lift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4582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783080"/>
            <a:ext cx="2286000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figures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field bars, co-occurrence bars, lift, sura maps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474720"/>
            <a:ext cx="11430000" cy="31089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70"/>
              </a:spcAft>
            </a:pPr>
            <a:r>
              <a:rPr sz="27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Fully reproducible</a:t>
            </a:r>
          </a:p>
          <a:p>
            <a:pPr algn="l">
              <a:spcAft>
                <a:spcPts val="1370"/>
              </a:spcAft>
            </a:pPr>
            <a:r>
              <a:rPr sz="24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figure recomputes from Book6.xlsx via the shared wk.py kernel (fixed seed). Roots are normalized (Persian/Arabic letter variants folded) so counts are stable; surface forms are used wherever a concept must be kept apart from its root family (per the course's sense-verification rule).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Appendix - input snippets (Book6, vocalized)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verbatim snippets with addresses: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3:19   إِنَّ الدِّينَ عِندَ اللّهِ الإِسْلاَمُ وَمَا اخْتَلَفَ الَّذِينَ أُوْتُواْ الْكِتَابَ إِلاَّ   -  دین = اسلام (identity)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5:3   وَرَضِيتُ لَكُمُ الإِسْلاَمَ دِينًا فَمَنِ   -  اسلام approved AS the دین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3:85   وَمَن يَبْتَغِ غَيْرَ الإِسْلاَمِ دِينًا فَلَن يُقْبَلَ مِنْهُ وَهُوَ فِي الآخِرَةِ   -  no دین but اسلام is accepted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religion, named three ways - but not three synonyms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'Religion', 'submission' and 'Qur'an' are not interchangeable in the corpus.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Religion (din) is the broad way (any can hold one); islam is the specific din accepted (they share 7 ayat, 3.5x chance); the Qur'an is the Book that carries it (zero shared ayat).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genus, a species, and a Book - presented from the text, not adjudicated.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numbers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din 87 - islam-root 142 - Qur'an-root 79 ayat; din.islam 7 shared (3.5x), din.Qur'an 0, islam.Qur'an 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shape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din (genus) contains islam (species); the Qur'an (Book) carries both; equivalence holds only for din&lt;-&gt;islam in the chosen case.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