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conditioned combat, Week 9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Does Islam rule by the sword or by peace?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39"/>
              </a:spcAft>
            </a:pPr>
            <a:r>
              <a:rPr sz="24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literal 'sword' never occurs - combat is a conditioned minority</a:t>
            </a:r>
          </a:p>
          <a:p>
            <a:pPr algn="l">
              <a:spcAft>
                <a:spcPts val="1239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loaded either/or: 'Islam spread by the sword' vs 'Islam is a religion of pure peace.' The corpus is the referee. First datum: the literal word for 'sword' never occurs. We sense-filter the war vocabulary (killing is mostly murder, not war; striving is not all combat) and read the conditions placed on combat.</a:t>
            </a:r>
          </a:p>
          <a:p>
            <a:pPr algn="l">
              <a:spcAft>
                <a:spcPts val="1239"/>
              </a:spcAft>
            </a:pPr>
            <a:r>
              <a:rPr sz="21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Book6; only sense-filtered forms are counted (the killing-root is mostly 'kill/murder', not war).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'Rules by the sword' vs 'pure pacifism' - which, if either, does the corpus support?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the war-words, sense-filtered (sword, war, combat, striving)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separate combat (qital) from killing/murder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conditions placed on combat - defensive, bounded, suspended on peace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war vocabulary - and the missing word</a:t>
            </a:r>
          </a:p>
        </p:txBody>
      </p:sp>
      <p:pic>
        <p:nvPicPr>
          <p:cNvPr id="4" name="Picture 3" descr="sp_w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literal 'sword' appears 0 times; war-words exist (combat 46, war 11) but are a minority. There is no lexical basis for 'the sword.'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Fighting is conditioned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2:190   وَقَاتِلُواْ فِي سَبِيلِ اللّهِ الَّذِينَ يُقَاتِلُونَكُمْ   -  fight only those who fight you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60:8   عَنِ الَّذِينَ لَمْ يُقَاتِلُوكُمْ فِي الدِّينِ وَلَمْ يُخْرِجُوكُم مِّن   -  be kind to those who don’t fight you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Killing is mostly NOT war</a:t>
            </a:r>
          </a:p>
        </p:txBody>
      </p:sp>
      <p:pic>
        <p:nvPicPr>
          <p:cNvPr id="4" name="Picture 3" descr="sp_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killing-root (122) is mostly killing/murder - much of it CONDEMNED ('who kills one soul kills all', 5:32); only 46 are mutual combat (qital).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sword is absent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literal word for 'sword' = 0. War-words exist but are a minority - no lexical basis for 'the sword.'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9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Killing is mostly not war</a:t>
            </a:r>
          </a:p>
          <a:p>
            <a:pPr algn="l">
              <a:spcAft>
                <a:spcPts val="1369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76 of the killing-root are killing/murder (much condemned); only 46 are mutual combat.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Combat is conditioned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defensive ('fight those who fight you', 2:190), bounded ('do not transgress', 12), suspended on peace ('incline to it', 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Combat is conditioned</a:t>
            </a:r>
          </a:p>
        </p:txBody>
      </p:sp>
      <p:pic>
        <p:nvPicPr>
          <p:cNvPr id="4" name="Picture 3" descr="sp_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combat (46) sits with 'do not transgress' (12) and with peace (4): defensive, bounded, and suspended on the enemy's peace.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Peace, and no compulsion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8:61   وَإِن جَنَحُواْ لِلسَّلْمِ فَاجْنَحْ لَهَا وَتَوَكَّلْ عَلَى اللّهِ   -  if they incline to peace, incline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2:256   لاَ إِكْرَاهَ فِي الدِّينِ قَد تَّبَيَّنَ الرُّشْدُ مِنَ الْغَيِّ   -  no compulsion in religion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49:9   مِنَ الْمُؤْمِنِينَ اقْتَتَلُوا فَأَصْلِحُوا بَيْنَهُمَا فَإِن بَغَتْ إِحْدَاهُمَا عَلَى   -  make peace between believers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5:32   إِسْرَائِيلَ أَنَّهُ مَن قَتَلَ نَفْسًا بِغَيْرِ نَفْسٍ أَوْ فَسَادٍ   -  to kill one soul = to kill 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killing-root across the corpus</a:t>
            </a:r>
          </a:p>
        </p:txBody>
      </p:sp>
      <p:pic>
        <p:nvPicPr>
          <p:cNvPr id="4" name="Picture 3" descr="sp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killing-root spans the corpus, much of it in narrative and prohibition (murder condemned), not battle command.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Combat and striving across the revelation</a:t>
            </a:r>
          </a:p>
        </p:txBody>
      </p:sp>
      <p:pic>
        <p:nvPicPr>
          <p:cNvPr id="4" name="Picture 3" descr="sp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combat concentrates in the Medinan period (self-defence of the community); striving (jihad) is broader than fighting.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Conditioned combat inside a default of peace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Neither slogan holds. Combat is permitted but CONDITIONED: defensive ('fight those who fight you', 2:190), bounded ('do not transgress', 12 co-occurrences), suspended on the enemy's peace ('if they incline to peace, incline to it', 8:61). And belief is left free: 'no compulsion in religion' (2:256; ikrah 35); be just to those who do not fight you (60:8).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'Rules by the sword' has no lexical basis (sword=0) and ignores the conditions; 'pure pacifism' ignores the real combat commands.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literal 'sword' never appears</a:t>
            </a:r>
          </a:p>
        </p:txBody>
      </p:sp>
      <p:pic>
        <p:nvPicPr>
          <p:cNvPr id="4" name="Picture 3" descr="sp_ab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sword = 0, while 'no compulsion' vocabulary (ikrah, 35) and conditioned combat frame the picture: a default of peace around hedged combat.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default of peace</a:t>
            </a:r>
          </a:p>
        </p:txBody>
      </p:sp>
      <p:pic>
        <p:nvPicPr>
          <p:cNvPr id="4" name="Picture 3" descr="sp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combat (46) is wrapped in 'do not transgress' (12), 'incline to peace' (4) and 'no compulsion' (35). Belief is left free (2:256).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Neither slogan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'By the sword'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lexical basis (sword=0)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Conditioned combat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defensive, bounded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'Pure pacifism'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ignores real qital commands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default of peace around hedged combat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combat is permitted but conditioned; belief is left free - both slogans cherry-pick.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Both slogans cherry-pick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'rules by the sword' has no lexical basis and ignores the conditions; 'pure pacifism' ignores the real combat commands - each picks half.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Raw counts would mislead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killing-root is mostly 'killing', the striving-root is broader than war; only sense-filtered forms were counted.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Sword absent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literal sword =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Combat sized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combat 46 of killing-root 122.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Conditions computed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'do not transgress' 12, peace 4, no-compulsion 35.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Sense-filtered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killing != war; striving != combat.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64"/>
              </a:spcAft>
            </a:pPr>
            <a:r>
              <a:rPr sz="24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64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structure; theology is not settled by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war vocabulary (sense-filtered); conditions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sword/war/combat counts, combat conditions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war bars, killing-vs-combat, condition bars, sura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2:190   وَقَاتِلُواْ فِي سَبِيلِ اللّهِ الَّذِينَ يُقَاتِلُونَكُمْ   -  fight only those who fight you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60:8   عَنِ الَّذِينَ لَمْ يُقَاتِلُوكُمْ فِي الدِّينِ وَلَمْ يُخْرِجُوكُم مِّن   -  be kind to those who don’t fight you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Conditioned combat inside a default of peace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literal 'sword' never appears (0); combat (46) is a sense-filtered minority of the killing-root.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Combat is defensive, bounded ('do not transgress', 12), and suspended on peace (4); belief is free ('no compulsion', 35).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Both slogans cherry-pick; raw counts would mislead.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sword 0 - war 11 - combat 46 - jihad 36; killing-root 122; 'do not transgress' 12, peace 4, no-compulsion 35.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literal sword; combat conditioned (defensive, bounded, suspended on peace); belief free; both slogans cherry-pick.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