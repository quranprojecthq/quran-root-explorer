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forms &amp; voice, Week 3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Mukhlis or mukhlas? One vowel, two theologies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spelling forks into a human act and a divine election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Unvocalized, the participle is one spelling. The vowel forks it: mukhlis (active) = the one who MAKES his religion sincere - a human act; mukhlas (passive) = the one God HAS MADE sincere / chosen - a divine act. We classify all participle occurrences and read the company each keeps.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 by surface form and co-occurring root; the company (religion vs servants) is exact and reproducible.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puzzle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one consonantal spelling carry two opposite voices - a human striving and a divine choosing?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every occurrence of the participle by surface form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company it keeps - with 'religion' vs with 'servants'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let the collocation separate the human act from the divine 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company it keeps</a:t>
            </a:r>
          </a:p>
        </p:txBody>
      </p:sp>
      <p:pic>
        <p:nvPicPr>
          <p:cNvPr id="4" name="Picture 3" descr="mk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participle sits with 'religion' in 10 ayat, with 'servants' in 12, and with 'chosen' in 0. Two different worlds: striving vs 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participle in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5"/>
              </a:spcAft>
            </a:pPr>
            <a:r>
              <a:rPr sz="2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7:29   كُلِّ مَسْجِدٍ وَادْعُوهُ مُخْلِصِينَ لَهُ الدِّينَ كمَا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39:2   بِالْحَقِّ فَاعْبُدِ اللَّهَ مُخْلِصًا لَّهُ الدِّينَ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10:22   بِهِمْ دَعَوُاْ اللّهَ مُخْلِصِينَ لَهُ الدِّينَ لَئِنْ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98:5   إِلَّا لِيَعْبُدُوا اللَّهَ مُخْلِصِينَ لَهُ الدِّينَ حُنَفَاء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12:24   إِنَّهُ مِنْ عِبَادِنَا الْمُخْلَصِينَ   -  passive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rare, precise term</a:t>
            </a:r>
          </a:p>
        </p:txBody>
      </p:sp>
      <p:pic>
        <p:nvPicPr>
          <p:cNvPr id="4" name="Picture 3" descr="mk_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165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sincerity-root appears in 30 ayat; the participle itself in only 20. A small, deliberate vocabulary for a sharp idea.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Active: the human act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making one's religion sincere - the participle sits with 'religion' in 10 ayat; the command 'worship, sincere to Him' (39:11).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Passive: the divine election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one God HAS MADE sincere / chosen - sits with 'servants' in 12; Joseph (12:24), the Satan-proof exception (15:40, 38:83).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root, both halves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you STRIVE as mukhlis; being made mukhlas is God's to give - effort meets grace, in a single spelling.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the participle falls</a:t>
            </a:r>
          </a:p>
        </p:txBody>
      </p:sp>
      <p:pic>
        <p:nvPicPr>
          <p:cNvPr id="4" name="Picture 3" descr="mk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participle clusters in the worship and prophet-narrative passages (Joseph 12:24, the chosen servants), not scattered at random.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Effort meets grace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39:11   اعبد الله مخلصا له الدين   -  worship God, making religion sincerely His - the human act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37:40   عباد الله المخلصين   -  the chosen servants of God - the divine election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38:83   عبادك منهم المخلصين   -  except Your chosen servants among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halves, two worlds</a:t>
            </a:r>
          </a:p>
        </p:txBody>
      </p:sp>
      <p:pic>
        <p:nvPicPr>
          <p:cNvPr id="4" name="Picture 3" descr="mk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religion-collocation (10) marks the human act of making one's faith sincere; the servant-collocation (12) marks the divinely-chosen. The vowel forks the voice.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mk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20"/>
              </a:spcAft>
            </a:pPr>
            <a:r>
              <a:rPr sz="15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sincerity-root spans the revelation; the act/election split is grammatical, not chronological.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Effort meets grace, in one word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7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participle is rare (20 occurrences) but splits cleanly by company: with 'religion' (10) it is the human act of making one's faith sincere - a command; with 'servants' (12) it is the divinely-CHOSEN, the ones Satan cannot mislead (15:40). You strive to be mukhlis; being made mukhlas - named among the chosen - is God's to give. It mirrors 'He purifies them' (yuzakkihim): one root holds both human striving and the grace that completes it.</a:t>
            </a:r>
          </a:p>
          <a:p>
            <a:pPr algn="l">
              <a:spcAft>
                <a:spcPts val="1642"/>
              </a:spcAft>
            </a:pPr>
            <a:r>
              <a:rPr sz="26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vowel on the lam is the hinge between a human act and a divine election.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rare the term is</a:t>
            </a:r>
          </a:p>
        </p:txBody>
      </p:sp>
      <p:pic>
        <p:nvPicPr>
          <p:cNvPr id="4" name="Picture 3" descr="mk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root 30, participle 20, with-religion 10, with-servants 12: the whole phenomenon turns on a few dozen carefully-placed words.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it sits beside</a:t>
            </a:r>
          </a:p>
        </p:txBody>
      </p:sp>
      <p:pic>
        <p:nvPicPr>
          <p:cNvPr id="4" name="Picture 3" descr="mk_neighb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participle's neighbours are religion (10), servant (12), chosen (0) and God - the vocabulary of sincere worship and election.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Striving and being chosen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mukhlis (active)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you make your faith sincere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spelling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vowel forks 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mukhlas (passive)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God makes you sincere / chosen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Effort meets grace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 religion it is the human act; with servants it is the divine election - one root holds both.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This rests on a single reading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kasra/fatha split is the Hafs vocalization the corpus encodes; 12:24, 15:40, 38:83 and the Saffat series are known qira'at variant points - other readers vocalize some the opposite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true diacritic can still carry a claim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collocation (religion vs servants) is computed and robust; the precise voice assignment depends on the reading - we present both halves and flag the limit.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Company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religion 10, with servants 12, with chosen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Rarity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30, participle 20.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47"/>
              </a:spcAft>
            </a:pPr>
            <a:r>
              <a:rPr sz="24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Voice = a reading</a:t>
            </a:r>
          </a:p>
          <a:p>
            <a:pPr algn="l">
              <a:spcAft>
                <a:spcPts val="647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kasra/fatha follows the Hafs vocalization; some are qira'at variant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morphology locates the distinction; theology is not settled by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sincerity-participle; co-occurring roots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surface-form count, company (religion vs servants)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company bars, rarity bars, sura map, neighbours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5"/>
              </a:spcAft>
            </a:pPr>
            <a:r>
              <a:rPr sz="2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7:29   كُلِّ مَسْجِدٍ وَادْعُوهُ مُخْلِصِينَ لَهُ الدِّينَ كمَا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39:2   بِالْحَقِّ فَاعْبُدِ اللَّهَ مُخْلِصًا لَّهُ الدِّينَ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10:22   بِهِمْ دَعَوُاْ اللّهَ مُخْلِصِينَ لَهُ الدِّينَ لَئِنْ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98:5   إِلَّا لِيَعْبُدُوا اللَّهَ مُخْلِصِينَ لَهُ الدِّينَ حُنَفَاء   -  active</a:t>
            </a:r>
          </a:p>
          <a:p>
            <a:pPr algn="l">
              <a:spcAft>
                <a:spcPts val="1145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12:24   إِنَّهُ مِنْ عِبَادِنَا الْمُخْلَصِينَ   -  passive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spelling, two theologies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participle is rare (20 occurrences) but splits by company: with 'religion' (10) it is the human act of sincerity; with 'servants' (12) it is the divinely-chosen.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You strive to be mukhlis; being made mukhlas - Satan-proof, among the chosen - is God's to give. Effort meets grace in one root.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Honest limit: the voice depends on the Hafs reading; the company-counts are robust.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sincerity-root 30 ayat - participle 20; with religion 10, with servants 12, with 'chosen'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active (human act, with religion) vs passive (divine election, with servants) - one spelling, forked by a vowel; the split rests on the reading.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