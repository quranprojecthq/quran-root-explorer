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divine names, Week 10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Ghaffar vs Tawwab - and why 110:3 names the Returner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0"/>
              </a:spcAft>
            </a:pPr>
            <a:r>
              <a:rPr sz="25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intensive Names, two different acts - covering vs returning</a:t>
            </a:r>
          </a:p>
          <a:p>
            <a:pPr algn="l">
              <a:spcAft>
                <a:spcPts val="1270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Both Ghaffar and Tawwab are intensive Divine Names. Are they synonyms? And why does 110:3, after the command 'seek forgiveness' (istaghfir), name God Tawwab - not the more 'natural' Ghaffar? We record the Name each is PAIRED with and the roots in its ayah.</a:t>
            </a:r>
          </a:p>
          <a:p>
            <a:pPr algn="l">
              <a:spcAft>
                <a:spcPts val="1270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and pairings recompute from Book6; Ghaffar pairs with the Mighty, Tawwab with the Merciful.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claim to test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Are Ghaffar and Tawwab synonyms - and why does Sura al-Nasr (110:3) name the Returner?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10"/>
              </a:spcAft>
            </a:pPr>
            <a:r>
              <a:rPr sz="2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510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collect every occurrence of each Name; record its paired Name and ayah-roots</a:t>
            </a:r>
          </a:p>
          <a:p>
            <a:pPr algn="l">
              <a:spcAft>
                <a:spcPts val="1510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distinguish ghafr (to cover - unilateral) from tawb (to turn/return - bilateral)</a:t>
            </a:r>
          </a:p>
          <a:p>
            <a:pPr algn="l">
              <a:spcAft>
                <a:spcPts val="1510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110:3 in its own context (victory, people entering in crowds)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intensive Names</a:t>
            </a:r>
          </a:p>
        </p:txBody>
      </p:sp>
      <p:pic>
        <p:nvPicPr>
          <p:cNvPr id="4" name="Picture 3" descr="gt_fr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71"/>
              </a:spcAft>
            </a:pPr>
            <a:r>
              <a:rPr sz="17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Ghaffar (4) and Tawwab (11) are both rare intensives, but they keep different company.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Ghaffar - covering, with might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39:5   أَلَا هُوَ الْعَزِيزُ الْغَفَّارُ   -  GHAFFĀR pairs with might: al-ʿAzīz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20:82   وَإِنِّي لَغَفَّارٌ لِّمَن تَابَ وَآمَنَ وَعَمِلَ   -  GHAFFĀR for the one who turns (tāba)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71:10   رَبَّكُمْ إِنَّهُ كانَ غَفَّارًا   -  istighfār → He is Ghaffār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Their partners differ</a:t>
            </a:r>
          </a:p>
        </p:txBody>
      </p:sp>
      <p:pic>
        <p:nvPicPr>
          <p:cNvPr id="4" name="Picture 3" descr="gt_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Ghaffar pairs with the Mighty (Aziz, 3); Tawwab pairs with the Merciful (Rahim, 10). Might vs mercy.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Ghaffar - covers, with might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 occurrences; pairs with the Mighty (Aziz, 3). About erasing SIN - a sovereign concealing faults.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Tawwab - returns, with mercy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pairs with the Merciful (Rahim, 10). Bilateral: 'He turned to them so they would turn' (9:118) - a relationship restored.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Why Tawwab in 110:3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al-Nasr is about RETURN, not sin - the scene calls for the God who receives the turning, not merely one who conceals faults.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Covering sin vs returning to the servant</a:t>
            </a:r>
          </a:p>
        </p:txBody>
      </p:sp>
      <p:pic>
        <p:nvPicPr>
          <p:cNvPr id="4" name="Picture 3" descr="gt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covering-root sits with SIN (dhanb, 19); the turning-root sits with the SERVANT (abd, 5): erasing a fault vs restoring a bond.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Tawwab - returning, with mercy; and 110:3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2:37   عَلَيْهِ إِنَّهُ هُوَ التَّوَّابُ الرَّحِيمُ   -  TAWWĀB pairs with mercy: al-Raḥīm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9:118   إِلاَّ إِلَيْهِ ثُمَّ تَابَ عَلَيْهِمْ لِيَتُوبُواْ إِنَّ اللّهَ   -  He turned to them so they would turn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110:3   وَاسْتَغْفِرْهُ إِنَّهُ كانَ تَوَّابًا   -  …seek His forgiveness; He is ever-Returning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turning-root across the corpus</a:t>
            </a:r>
          </a:p>
        </p:txBody>
      </p:sp>
      <p:pic>
        <p:nvPicPr>
          <p:cNvPr id="4" name="Picture 3" descr="gt_tawb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turning-root (tawb) clusters in the repentance and relationship passages - 'He turned to them so they would turn' (9:118).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Unilateral vs bilateral</a:t>
            </a:r>
          </a:p>
        </p:txBody>
      </p:sp>
      <p:pic>
        <p:nvPicPr>
          <p:cNvPr id="4" name="Picture 3" descr="g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57661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Ghaffar covers (a sovereign concealing faults, with Might 3); Tawwab returns (a bond restored, with Mercy 10). The Names are not synonyms.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latent nuance of 110:3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command uses istaghfir (seek COVERING, from ghafr); the Name given is Tawwab (the ever-RETURNING). The verse pairs a request for covering with a God who turns BACK to you - more than a cover, a restored bond. Why not Ghaffar? Sura al-Nasr is not about sin - it is about RETURN: victory won, the mission's end, people entering the religion 'in crowds.' The scene calls for the God who receives the turning.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Ghaffar pairs with might, Tawwab with mercy - computed company, not assumption.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revelation</a:t>
            </a:r>
          </a:p>
        </p:txBody>
      </p:sp>
      <p:pic>
        <p:nvPicPr>
          <p:cNvPr id="4" name="Picture 3" descr="gt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501"/>
              </a:spcAft>
            </a:pPr>
            <a:r>
              <a:rPr sz="18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turning-root runs throughout, naming the mutual turning of servant and Lord.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110:3 names the Returner</a:t>
            </a:r>
          </a:p>
        </p:txBody>
      </p:sp>
      <p:pic>
        <p:nvPicPr>
          <p:cNvPr id="4" name="Picture 3" descr="gt_1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- 110:3 commands seeking COVERING (istaghfir) yet names God the RETURNER (Tawwab): Sura al-Nasr is about RETURN - victory won, people entering 'in crowds' - not about sin.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Cover vs return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Ghaffar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covers a fault - with Might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Tawwab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returns to you - with Mercy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110:3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al-Nasr = return, so the Returner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Not synonyms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Ghaffar conceals the fault; Tawwab restores the bond - and al-Nasr's scene calls for the Returner.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 reading of placement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this is a reading of collocation and context, not a proof; Tawwab also rhymes the sura's cadence - a formal echo, not the cause.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But the company is computed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Ghaffar+Mighty (3) vs Tawwab+Merciful (10) is computed from Book6, not assumed - the might/mercy contrast is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Names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Ghaffar 4, Tawwab 11.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Partners computed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Ghaffar+Mighty 3, Tawwab+Merciful 10.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Roots computed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ghafr+sin 19, tawb+servant 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110:3 is a reading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of placement and collocation, not a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06"/>
              </a:spcAft>
            </a:pPr>
            <a:r>
              <a:rPr sz="227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06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counts/co-occurrence locate the text's data; the equity verdict is interpretive.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two intensive Names; partners &amp; roots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frequency, paired Name, ayah-roots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frequency bars, partner bars, root bars, sura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39:5   أَلَا هُوَ الْعَزِيزُ الْغَفَّارُ   -  GHAFFĀR pairs with might: al-ʿAzīz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20:82   وَإِنِّي لَغَفَّارٌ لِّمَن تَابَ وَآمَنَ وَعَمِلَ   -  GHAFFĀR for the one who turns (tāba)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71:10   رَبَّكُمْ إِنَّهُ كانَ غَفَّارًا   -  istighfār → He is Ghaffār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Covering vs returning - and why al-Nasr chose the Returner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Ghaffar (covers, with Might 3) and Tawwab (returns, with Mercy 10) are not synonyms.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110:3 commands seeking covering yet names the Returner - because al-Nasr is about RETURN (victory, the mission's end), not sin.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reading of placement and computed company - not a proof.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Ghaffar 4 (+Mighty 3) - Tawwab 11 (+Merciful 10); ghafr+sin 19, tawb+servant 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Ghaffar = covering (unilateral, with might); Tawwab = returning (bilateral, with mercy); 110:3 names the Returner because al-Nasr is about return.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