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women &amp; men: economic, Week 9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Women &amp; men - economic 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62"/>
              </a:spcAft>
            </a:pPr>
            <a:r>
              <a:rPr sz="23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the text FIXES (financial personhood) vs what is interpreted (equality)</a:t>
            </a:r>
          </a:p>
          <a:p>
            <a:pPr algn="l">
              <a:spcAft>
                <a:spcPts val="1162"/>
              </a:spcAft>
            </a:pPr>
            <a:r>
              <a:rPr sz="21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common claim: the Qur'an denies women economic independence. What does the text actually fix - and what is left to interpretation? We gather the verses that assign women financial entitlements and report exactly what each establishes, keeping the computed datum apart from the equity verdict.</a:t>
            </a:r>
          </a:p>
          <a:p>
            <a:pPr algn="l">
              <a:spcAft>
                <a:spcPts val="1162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Verse content is quoted from Book6; the entitlements (inheritance, dowry, earnings) are what the cited verses establish.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claim to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Does the Qur'an deny women economic independence - or fix a financial personhood?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2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gather the verses assigning women financial entitlements; report what each fixes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keep the computed datum (what is fixed) apart from the equity verdict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the surrounding vocabulary (inheritance, earning, dowry)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Three financial entitlements the text fixes</a:t>
            </a:r>
          </a:p>
        </p:txBody>
      </p:sp>
      <p:pic>
        <p:nvPicPr>
          <p:cNvPr id="4" name="Picture 3" descr="eqe_en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(from the cited verses) - the corpus fixes three rights: an inheritance share (4:7), an owned dowry (4:4), and retained earnings (4:32). Each is stated, not left to custom.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share of inheritance; the dowry is hers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4:7   لِّلرِّجَالِ نَصيِبٌ مِّمَّا تَرَك الْوَالِدَانِ وَالأَقْرَبُونَ وَلِلنِّسَاء نَصِيبٌ مِّمَّا   -  men have a share — and women a share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4:4   وَآتُواْ النَّسَاء صَدُقَاتِهِنَّ نِحْلَةً فَإِن طِبْنَ   -  the dowry is the woman’s 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vocabulary of women's economic standing</a:t>
            </a:r>
          </a:p>
        </p:txBody>
      </p:sp>
      <p:pic>
        <p:nvPicPr>
          <p:cNvPr id="4" name="Picture 3" descr="eqe_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women (53), inheritance (34), earning (60), maintenance (86) and dowry/truth (144) form the field within which the entitlements sit.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share of inheritance - 4:7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'men have a share of what parents and kin leave, and women have a share' - women's inheritance is a fixed right, not left to custom.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dowry is hers - 4:4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'give women their dowries as a free gift' - the mahr is the woman's own property, hers to keep, spend or return.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She keeps her earnings - 4:32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'for men a share of what they earn, and for women a share of what they earn' - earnings belong to the earner, each gender severally.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Women named with inheritance</a:t>
            </a:r>
          </a:p>
        </p:txBody>
      </p:sp>
      <p:pic>
        <p:nvPicPr>
          <p:cNvPr id="4" name="Picture 3" descr="eqe_women_inher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'women' and the inheritance-root co-occur (3); 4:7 fixes women's share where custom once bypassed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She keeps her earnings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4:32   وَلاَ تَتَمَنَّوْاْ مَا فَضَّلَ اللّهُ بِهِ بَعْضَكُمْ عَلَى بَعْضٍ لِّلرِّجَالِ   -  each keeps what they earn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4:24   وَالْمُحْصَنَاتُ مِنَ النِّسَاء إِلاَّ مَا مَلَكتْ أَيْمَانُكُمْ كِتَابَ اللّهِ   -  “give them their due dowries”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inheritance-root across the corpus</a:t>
            </a:r>
          </a:p>
        </p:txBody>
      </p:sp>
      <p:pic>
        <p:nvPicPr>
          <p:cNvPr id="4" name="Picture 3" descr="eqe_inh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inheritance-root clusters in sura 4 (an-Nisa, 'The Women') - the legislative core of women's financial rights.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'Women' across the corpus</a:t>
            </a:r>
          </a:p>
        </p:txBody>
      </p:sp>
      <p:pic>
        <p:nvPicPr>
          <p:cNvPr id="4" name="Picture 3" descr="eqe_women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8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'women' (nisa) are named across the corpus, densest in the legal passages of sura 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Financial personhood, fixed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Computed datum: the corpus establishes women's independent financial personhood - a guaranteed inheritance share (4:7), an owned dowry (4:4), and retained earnings (4:32). Whether the overall SYSTEM is 'equal' (cf. the inheritance ratio) is a separate, interpretive question; financial AGENCY is not - it is stated plainly.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These are entitlements the text names; their 'equality' is debated, but the agency is explicit.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Personhood fixed</a:t>
            </a:r>
          </a:p>
        </p:txBody>
      </p:sp>
      <p:pic>
        <p:nvPicPr>
          <p:cNvPr id="4" name="Picture 3" descr="eqe_th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(from the cited verses) - inheritance (4:7), the dowry as the woman's own (4:4), and earnings belonging to the earner (4:32): independent financial personhood, stated plainly.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Financial agency in the corpus's words</a:t>
            </a:r>
          </a:p>
        </p:txBody>
      </p:sp>
      <p:pic>
        <p:nvPicPr>
          <p:cNvPr id="4" name="Picture 3" descr="eqe_a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inheritance (34), earning (60) and maintenance (86) vocabulary frames a fixed financial agency for women.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is fixed, what is interpreted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Inheritance 4:7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guaranteed share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Dowry 4:4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woman's own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Earnings 4:32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hers to keep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Agency fixed, equality debated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 states financial personhood plainly; the system-equality verdict is interpretive.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Adequacy is interpretive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these are entitlements the text names; whether they amount to 'equality' is debated and not settled by citation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Context is interpretation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historical background (pre-Islamic deprivation) is interpretation, not data; we report what is fixed and scope the rest.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Entitlements cited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inheritance 4:7, dowry 4:4, earnings 4:32.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Vocabulary sized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women 53, inheritance 34, earning 60.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'Equality' is interpretive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system verdict is separate from the agency datum.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06"/>
              </a:spcAft>
            </a:pPr>
            <a:r>
              <a:rPr sz="227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06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counts/co-occurrence locate the text's data; the equity verdict is interpretive.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entitlement verses; economic vocabulary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what each verse fixes; root fields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entitlement bars, vocabulary bars, sura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4:7   لِّلرِّجَالِ نَصيِبٌ مِّمَّا تَرَك الْوَالِدَانِ وَالأَقْرَبُونَ وَلِلنِّسَاء نَصِيبٌ مِّمَّا   -  men have a share — and women a share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4:4   وَآتُواْ النَّسَاء صَدُقَاتِهِنَّ نِحْلَةً فَإِن طِبْنَ   -  the dowry is the woman’s own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Financial personhood, fixed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corpus fixes women's inheritance (4:7), owned dowry (4:4) and retained earnings (4:32) - an independent financial personhood.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the overall system is 'equal' is a separate, interpretive question; the financial AGENCY is stated plainly.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We report what is fixed and scope the rest.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women 53 - inheritance 34 - earning 60 - maintenance 86; entitlements 4:7, 4:4, 4:32.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independent financial personhood is fixed (inheritance, dowry, earnings); 'equality of the system' is a separate, interpretive question.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