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frequency, Week 1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Warning or glad tidings? What the Qur'an leans 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70"/>
              </a:spcAft>
            </a:pPr>
            <a:r>
              <a:rPr sz="25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false either/or, tested on the corpus</a:t>
            </a:r>
          </a:p>
          <a:p>
            <a:pPr algn="l">
              <a:spcAft>
                <a:spcPts val="1270"/>
              </a:spcAft>
            </a:pPr>
            <a:r>
              <a:rPr sz="23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Is the Qur'an 'essentially a book of glad tidings' or 'essentially warning'? Either slogan forces one axis onto a two-channel signal. We count both fields - warning (n-dh-r) and tidings (b-sh-r) - sense-aware, and read the messenger's role and the way the two are paired.</a:t>
            </a:r>
          </a:p>
          <a:p>
            <a:pPr algn="l">
              <a:spcAft>
                <a:spcPts val="1270"/>
              </a:spcAft>
            </a:pPr>
            <a:r>
              <a:rPr sz="21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count recomputes from Book6; both roots are polysemous (b-sh-r also = mortal/human; n-dh-r also = vow), so figures use the prophetic senses.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claim to test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'More about warning' vs 'more about tidings' - an either/or that may itself be the error.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count the warning-field (n-dh-r) against the tidings-field (b-sh-r)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read the messenger's ROLE-words: warner (nadhir) vs herald (bashir)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check how often the two are bound in one ayah, and in what order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fields, by size</a:t>
            </a:r>
          </a:p>
        </p:txBody>
      </p:sp>
      <p:pic>
        <p:nvPicPr>
          <p:cNvPr id="4" name="Picture 3" descr="w01bn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316548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warning-root appears in 115 ayat and the tidings-root in 119: close in size, with warning modestly ahead.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True glad tidings - the text's own words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2:25   وَبَشِّرِ الَّذِين آمَنُواْ وَعَمِلُواْ   -  glad tidings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36:11   وَخَشِيَ الرَّحْمَن بِالْغَيْبِ فَبَشِّرْهُ بِمَغْفِرَةٍ وَأَجْرٍ كرِيمٍ   -  glad tidings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9:21   يُبَشِّرُهُمْ رَبُّهُم بِرَحْمَةٍ مِّنْهُ   -  glad tidings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role-word leans hard to 'warner'</a:t>
            </a:r>
          </a:p>
        </p:txBody>
      </p:sp>
      <p:pic>
        <p:nvPicPr>
          <p:cNvPr id="4" name="Picture 3" descr="w01bn_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as the messenger's title, warner (nadhir, 41) outnumbers herald (bashir, 8). The ROLE is warner even where the message carries mercy.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Warning is the volume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warning-field (115) edges out tidings (119), and the messenger's title is overwhelmingly 'warner' (41 vs 8).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Mercy is the framing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When the two are paired the herald comes FIRST - 'a herald and a warner' (7:188; 35:24). Tidings opens; warning presses.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question is half wrong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corpus binds the two channels rather than choosing; 'more about X or Y' is the analyst's axis, not the text's shape.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Both channels run the whole revelation</a:t>
            </a:r>
          </a:p>
        </p:txBody>
      </p:sp>
      <p:pic>
        <p:nvPicPr>
          <p:cNvPr id="4" name="Picture 3" descr="w01bn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warning and tidings both span the Meccan and Medinan periods; neither is a late add-on. The two are co-present throughout.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warner role, and 'tidings' of punishment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35:24   إِنَّا أَرْسَلْنَاك بِالْحَقِّ بَشِيرًا وَنَذِيرًا وَإِن مِّنْ   -  warner (and herald)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38:70   إِلَّا أَنَّمَا أَنَا نَذِيرٌ مُّبِينٌ   -  warner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67:26   اللَّهِ وَإِنَّمَا أَنَا نَذِيرٌ مُّبِينٌ   -  warner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31:7   فِي أُذُنَيْهِ وَقْرًا فَبَشِّرْهُ بِعَذَابٍ أَلِيمٍ   -  ‘tidings’ of punishment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84:24   فَبَشِّرْهُم بِعَذَابٍ أَلِيمٍ   -  ‘tidings’ of punishment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warning-root, sura by sura</a:t>
            </a:r>
          </a:p>
        </p:txBody>
      </p:sp>
      <p:pic>
        <p:nvPicPr>
          <p:cNvPr id="4" name="Picture 3" descr="w01bn_nadhir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40"/>
              </a:spcAft>
            </a:pPr>
            <a:r>
              <a:rPr sz="16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warning is spread across the corpus, concentrated where confrontation with denial is densest.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tidings-root, sura by sura</a:t>
            </a:r>
          </a:p>
        </p:txBody>
      </p:sp>
      <p:pic>
        <p:nvPicPr>
          <p:cNvPr id="4" name="Picture 3" descr="w01bn_bashir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tidings track the passages of reward and mercy; the two distributions interleave rather than separate.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Warning leads in volume, tidings leads in 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honest finding is a SHAPE, not a winner. As distribution, warning is modestly larger; as a messenger-role, warner dominates; yet whenever the two are set together the glad tidings is named first and the bond is tight (above-chance co-occurrence). A measurement trap survives only because the senses were filtered: counting bashshir as 'good news' would inflate tidings with the very verses that announce punishment ('give them tidings of a painful torment').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Volume says warning; sequence says mercy - both are true at once.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Bound, not opposed</a:t>
            </a:r>
          </a:p>
        </p:txBody>
      </p:sp>
      <p:pic>
        <p:nvPicPr>
          <p:cNvPr id="4" name="Picture 3" descr="w01bn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two roots share 22 ayat. 'A herald and a warner' (bashiran wa-nadhiran) is a set phrase - the corpus binds them rather than choosing 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And they attract above chance</a:t>
            </a:r>
          </a:p>
        </p:txBody>
      </p:sp>
      <p:pic>
        <p:nvPicPr>
          <p:cNvPr id="4" name="Picture 3" descr="w01bn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warning and tidings co-occur at 10.0x the rate chance predicts: a deliberate pairing, not coincidence.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One prophetic act, two channels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WARN (nadhir)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press the consequence of denial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BIND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herald and a warner - one phrase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HERALD (bashir)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open with mercy and reward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Two channels, not two books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corpus does not pick warning or tidings; it runs both and binds them - leading with mercy, pressing with warning.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'More about X or Y' forces one axis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two-channel signal has no single winner. Reported as a winner, the finding misleads; reported as a shape, it is faithful.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Sense-filtering is load-bearing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b-sh-r also means mortal/human and is sometimes ironic ('tidings of punishment'); n-dh-r also means vow. Raw root counts would distort the comparison - the prophetic senses were isolated first.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Fields are counted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warning 115 vs tidings 119 ayat, recomputed from Book6.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Roles are counted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warner 41 vs herald 8, surface forms.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The pairing is real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22 shared ayat at 10.0x chance.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'Lean' is a shape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warning leads volume, tidings leads order - not a single verdict.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an either/or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corpus binds the two channels; the slogan picks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raw-root counting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ironic tidings and 'mortal' senses are filtered out.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warning &amp; tidings roots; role-forms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field size, role-words, co-occurrence &amp; lift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field bars, role bar, timeline, sura maps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2:25   وَبَشِّرِ الَّذِين آمَنُواْ وَعَمِلُواْ   -  glad tidings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36:11   وَخَشِيَ الرَّحْمَن بِالْغَيْبِ فَبَشِّرْهُ بِمَغْفِرَةٍ وَأَجْرٍ كرِيمٍ   -  glad tidings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9:21   يُبَشِّرُهُمْ رَبُّهُم بِرَحْمَةٍ مِّنْهُ   -  glad tidings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herald who is also a warner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 does not choose between warning and glad tidings - it runs both channels the whole way through.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By volume warning leads (115 vs 119) and the messenger is titled 'warner' (41); by sequence tidings leads, named first wherever the two are bound (22 shared ayat, 10.0x chance).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Warning is the volume; mercy is the framing - presented from the text, not adjudicated.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warning-field 115 ayat - tidings-field 119 - warner 41 vs herald 8 - 22 shared ayat at 10.0x chance.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warning leads volume; tidings leads order; the two are bound ('herald and warner'), so 'either/or' is the wrong frame.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