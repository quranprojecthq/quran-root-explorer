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women &amp; men: inheritance, Week 9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Women &amp; men - inheritance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fixed right, with case-specific shares - not a blanket 'half'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'The Qur'an gives women half.' Is the famous 2:1 the whole picture, or one case among several? We read the inheritance verses (4:7, 4:11, 4:12, 4:176) and report the actual shares by heir-CONFIGURATION, separating the fixed datum from the equity verdict.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Verse content is quoted from Book6; the shares are what the cited verses specify - the 2:1 holds in the child case but not universally.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claim to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'2:1, women get half' the whole inheritance picture - or one configuration among several?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the inheritance verses; report shares by heir-CONFIGURATION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show where 2:1 holds (4:11) and where shares are equal (4:12)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separate the fixed schedule from the equity verdict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fixed right, then case-specific shares</a:t>
            </a:r>
          </a:p>
        </p:txBody>
      </p:sp>
      <p:pic>
        <p:nvPicPr>
          <p:cNvPr id="4" name="Picture 3" descr="eqi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(from the cited verses) - 4:7 fixes women's right to inherit; 4:11 gives the 2:1 child case; 4:12 has equal cases. A schedule, not a single ratio.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Women inherit - fixed (4:7); the 2:1 child case (4:11)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4:7   لِّلرِّجَالِ نَصيِبٌ مِّمَّا تَرَك الْوَالِدَانِ وَالأَقْرَبُونَ وَلِلنِّسَاء نَصِيبٌ مِّمَّا   -  women guaranteed a fixed share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4:11   يُوصِيكُمُ اللّهُ فِي أَوْلاَدِكُمْ لِلذَّكرِ مِثْلُ حَظِّ الأُنثَيَيْنِ   -  child case: male = two females’ share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ratio is case-specific</a:t>
            </a:r>
          </a:p>
        </p:txBody>
      </p:sp>
      <p:pic>
        <p:nvPicPr>
          <p:cNvPr id="4" name="Picture 3" descr="eqi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in the parents-&gt;children case (4:11) a son gets the share of two daughters (2:1); uterine siblings (4:12) inherit EQUALLY (1:1). The ratio varies by configuration.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Women inherit - a fixed right (4:7)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where custom once bypassed them, 4:7 guarantees women a defined share of parents' and kin's estate - enforceable.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2:1 case (4:11)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 the parents-&gt;children case, a son receives the share of two daughters; this specific configuration is the one most quoted.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Not always 2:1 (4:12)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shares vary by configuration: uterine siblings inherit equally; some parent and spouse shares match - case-specific, not a blanket 'half.'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full schedule</a:t>
            </a:r>
          </a:p>
        </p:txBody>
      </p:sp>
      <p:pic>
        <p:nvPicPr>
          <p:cNvPr id="4" name="Picture 3" descr="eqi_ver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four verses (4:7, 4:11, 4:12, 4:176) specify shares for distinct configurations - the honest datum is the FULL schedule, not one verse.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Not always 2:1 - equal cases (4:12, 4:176)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4:12   وَلَكُمْ نِصْفُ مَا تَرَك أَزْوَاجُكُمْ إِن لَّمْ   -  uterine siblings share equally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4:176   يَسْتَفْتُونَك قُلِ اللّهُ يُفْتِيكُمْ فِي الْكلاَلَةِ إِنِ امْرُؤٌ   -  kalāla — siblings’ shares fixed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inheritance-root across the corpus</a:t>
            </a:r>
          </a:p>
        </p:txBody>
      </p:sp>
      <p:pic>
        <p:nvPicPr>
          <p:cNvPr id="4" name="Picture 3" descr="eqi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517"/>
              </a:spcAft>
            </a:pPr>
            <a:r>
              <a:rPr sz="19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inheritance-root concentrates in sura 4 (an-Nisa) - the legislative 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opposite cherry-picks</a:t>
            </a:r>
          </a:p>
        </p:txBody>
      </p:sp>
      <p:pic>
        <p:nvPicPr>
          <p:cNvPr id="4" name="Picture 3" descr="eqi_cher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quoting only 4:11's 2:1 is a cherry-pick; quoting only the equal cases (4:12) is the opposite cherry-pick. Both distort the schedule.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fixed schedule, an interpreted equity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6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Computed datum: the corpus FIXES women's inheritance as an enforceable right (4:7) and specifies shares that vary by heir - the well-known 2:1 holds in the child case (4:11) but not universally (uterine siblings equal, 4:12). Whether the scheme is 'equitable' is the interpretive crux: readings that pair the male's larger share with his exclusive maintenance duty argue net-parity; others read it as unequal. The numbers alone do not decide.</a:t>
            </a:r>
          </a:p>
          <a:p>
            <a:pPr algn="l">
              <a:spcAft>
                <a:spcPts val="1646"/>
              </a:spcAft>
            </a:pPr>
            <a:r>
              <a:rPr sz="26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Quoting only 4:11's 2:1 is a cherry-pick; quoting only the equal cases is the opposite cherry-pick.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interpretive crux</a:t>
            </a:r>
          </a:p>
        </p:txBody>
      </p:sp>
      <p:pic>
        <p:nvPicPr>
          <p:cNvPr id="4" name="Picture 3" descr="eqi_m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equity debate turns on pairing the male's larger share (4:11) with his exclusive maintenance duty: net-parity readings vs unequal readings. The numbers alone do not decide.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Inheritance vocabulary</a:t>
            </a:r>
          </a:p>
        </p:txBody>
      </p:sp>
      <p:pic>
        <p:nvPicPr>
          <p:cNvPr id="4" name="Picture 3" descr="eqi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38172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inheritance-root (34) and 'women' (53) co-occur (3); 4:7 fixes the right where custom once bypassed women.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Right fixed, ratio varies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4:7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women's inheritance fixed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4:11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 in the child case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4:12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equal in other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schedule, not a slogan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'women get half' is one configuration; the equity verdict turns on the frame, not the count.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Both cherry-picks distort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quoting only 2:1 (4:11) or only the equal cases (4:12) misrepresents a schedule that varies by configuration.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verdict turns on the frame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honest datum is the FULL schedule plus the maintenance asymmetry; the equity verdict turns on the interpretive frame, not the count.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Right fixed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4:7 guarantees women's inheritance.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Schedule varies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 in the child case (4:11), equal in others (4:12).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'Equitable?' is interpretive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turns on the maintenance pairing, not the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text's data is computed; the equity verdict is interpretive.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separated; registers kept apart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inheritance verses; share configurations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shares by heir-configuration; the full schedule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schedule bars, ratio bars, sura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4:7   لِّلرِّجَالِ نَصيِبٌ مِّمَّا تَرَك الْوَالِدَانِ وَالأَقْرَبُونَ وَلِلنِّسَاء نَصِيبٌ مِّمَّا   -  women guaranteed a fixed share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4:11   يُوصِيكُمُ اللّهُ فِي أَوْلاَدِكُمْ لِلذَّكرِ مِثْلُ حَظِّ الأُنثَيَيْنِ   -  child case: male = two females’ share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fixed schedule, an interpreted equity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corpus fixes women's inheritance as an enforceable right (4:7) and specifies shares that VARY by configuration.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famous 2:1 holds in the child case (4:11) but not universally (uterine siblings equal, 4:12).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Whether the scheme is 'equitable' turns on the interpretive frame (maintenance asymmetry), not the count.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verses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4:7 fixed right - 4:11 2:1 child case - 4:12 equal cases - 4:176 kalala; inheritance-root 34 ayat.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fixed right with case-specific shares (2:1 not universal); the equity verdict turns on the interpretive frame, not the 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