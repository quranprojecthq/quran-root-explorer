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women &amp; men: testimony, Week 9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Women &amp; men - testimony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0"/>
              </a:spcAft>
            </a:pPr>
            <a:r>
              <a:rPr sz="24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'Half a man's' is not a general rule - testimony weight varies by context</a:t>
            </a:r>
          </a:p>
          <a:p>
            <a:pPr algn="l">
              <a:spcAft>
                <a:spcPts val="1210"/>
              </a:spcAft>
            </a:pPr>
            <a:r>
              <a:rPr sz="22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'A woman's testimony is worth half a man's.' Always - or only in a particular context? We compare the testimony verses across contexts: documenting a debt (2:282) vs the li'an accusation (24:6-9), reading the weight each assigns, and letting the VARIATION carry the finding.</a:t>
            </a:r>
          </a:p>
          <a:p>
            <a:pPr algn="l">
              <a:spcAft>
                <a:spcPts val="1210"/>
              </a:spcAft>
            </a:pPr>
            <a:r>
              <a:rPr sz="20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Verse content is quoted from Book6; the weights (2-for-1 in debt, 1-for-1 in li'an) are what the cited verses establish.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a woman's testimony 'half a man's' always, or only in a specific context?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59"/>
              </a:spcAft>
            </a:pPr>
            <a:r>
              <a:rPr sz="28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59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compare testimony verses across contexts (debt 2:282 vs li'an 24:6-9)</a:t>
            </a:r>
          </a:p>
          <a:p>
            <a:pPr algn="l">
              <a:spcAft>
                <a:spcPts val="1659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weight each assigns</a:t>
            </a:r>
          </a:p>
          <a:p>
            <a:pPr algn="l">
              <a:spcAft>
                <a:spcPts val="1659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let the variation, not a single verse, carry the finding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Testimony weight is context-dependent</a:t>
            </a:r>
          </a:p>
        </p:txBody>
      </p:sp>
      <p:pic>
        <p:nvPicPr>
          <p:cNvPr id="4" name="Picture 3" descr="eqj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(from the cited verses) - in debt-documentation (2:282) two women stand for one man (0.5); in the li'an accusation (24:6-9) a woman's oath equals a man's (1.0). Context, not a universal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Debt - two women for one man (2:282)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2:282   يَا أَيُّهَا الَّذِينَ آمَنُواْ إِذَا تَدَايَنتُم بِدَيْنٍ إِلَى أَجَلٍ   -  debt contract: two women, one 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Li'an - the oaths are symmetric</a:t>
            </a:r>
          </a:p>
        </p:txBody>
      </p:sp>
      <p:pic>
        <p:nvPicPr>
          <p:cNvPr id="4" name="Picture 3" descr="eqj_l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(24:6-9) - when a husband accuses his wife, each swears FOUR oaths; her four avert the penalty against his. One-to-one - equal.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Debt: two for one (2:282)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 documenting a deferred debt, two women stand for one man - 'so if one errs, the other reminds her.' Tied to that transaction.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Li'an: her oath equals his (24:6-9)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when a husband accuses his wife, each swears four oaths; HER four avert the penalty against his. One-to-one - equal.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So 'half' is not general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testimony weight is CONTEXT-dependent; 'half' is a generalization the corpus does not support across the 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witness-vocabulary</a:t>
            </a:r>
          </a:p>
        </p:txBody>
      </p:sp>
      <p:pic>
        <p:nvPicPr>
          <p:cNvPr id="4" name="Picture 3" descr="eqj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8172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witness-root (123) is a large field; 2:282 (witness+debt, 4) concerns RECORD-KEEPING of a commercial transaction, not a courtroom scale of worth.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Li'an - her oath equals his (24:6-9)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24:6   وَالَّذِينَ يَرْمُونَ أَزْوَاجَهُمْ وَلَمْ يَكُن لَّهُمْ شُهَدَاء إِلَّا أَنفُسُهُمْ   -  liʿān: her oath set equal to his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24:8   وَيَدْرَأُ عَنْهَا الْعَذَابَ أَنْ تَشْهَدَ أَرْبَعَ شَهَادَاتٍ بِاللَّهِ إِنَّهُ   -  her four oaths avert the penalty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24:9   وَالْخَامِسَةَ أَنَّ غَضَبَ اللَّهِ عَلَيْهَا إِن كانَ مِنَ الصَّادِقِينَ   -  her fifth oath: God’s wrath if he is truthful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witness-root across the corpus</a:t>
            </a:r>
          </a:p>
        </p:txBody>
      </p:sp>
      <p:pic>
        <p:nvPicPr>
          <p:cNvPr id="4" name="Picture 3" descr="eqj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24"/>
              </a:spcAft>
            </a:pPr>
            <a:r>
              <a:rPr sz="15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witness-root is spread across the corpus, in legal, theological and testimonial senses alike.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'Half' is not a general rule</a:t>
            </a:r>
          </a:p>
        </p:txBody>
      </p:sp>
      <p:pic>
        <p:nvPicPr>
          <p:cNvPr id="4" name="Picture 3" descr="eqj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weight varies: 2-for-1 in debt (2:282), 1-for-1 in li'an (24:6-9). 'Half' is a generalization the corpus does not support across the 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'Half' is not a general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64"/>
              </a:spcAft>
            </a:pPr>
            <a:r>
              <a:rPr sz="2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 datum: testimony weight is CONTEXT-DEPENDENT, not uniform - 2-for-1 in debt-documentation (2:282) and 1-for-1 in li'an (24:6-9), where a woman's sworn word overturns a man's. So 'half' is a generalization the corpus does not support across the board. Reading 2:282 as a universal law of female worth ignores 24:6-9 - and that 2:282 concerns RECORD-KEEPING of an unfamiliar commercial transaction, not a courtroom scale of worth.</a:t>
            </a:r>
          </a:p>
          <a:p>
            <a:pPr algn="l">
              <a:spcAft>
                <a:spcPts val="1664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datum is the VARIATION; the reason for it is interpretation, not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opposite cherry-picks</a:t>
            </a:r>
          </a:p>
        </p:txBody>
      </p:sp>
      <p:pic>
        <p:nvPicPr>
          <p:cNvPr id="4" name="Picture 3" descr="eqj_cher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reading only 2:282 as a universal law ignores 24:6-9; reading only li'an ignores the debt asymmetry. Both are half-truths.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datum is the variation</a:t>
            </a:r>
          </a:p>
        </p:txBody>
      </p:sp>
      <p:pic>
        <p:nvPicPr>
          <p:cNvPr id="4" name="Picture 3" descr="eqj_var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1654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honest finding is the VARIATION (0.5 in debt, 1.0 in li'an); the REASON for it is interpretation, not 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Context, not a constant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Debt (2:282)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women for one man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Li'an (24:6-9)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her oath equals his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Datum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VARIATION itself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'Half' is not general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corpus assigns weight by context; reading one verse as universal is the cherry-pick.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Both readings cherry-pick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reading only 2:282 ignores li'an; reading only li'an ignores the debt asymmetry - the honest datum is the variation.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2:282 is about record-keeping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debt verse concerns documenting an unfamiliar commercial transaction, not a general courtroom scale of female worth.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Contexts compared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debt 2:282 vs li'an 24:6-9.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Li'an symmetric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four oaths each - 1:1.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Variation is the datum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0.5 in debt, 1.0 in li'an.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Reason is interpretive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the weights differ is a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text's data is computed; verdicts/analogies are labelled.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separated; contexts kept apart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testimony verses by context; witness-root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weight by context; symmetric oaths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weight bars, oath bars, witness field,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2:282   يَا أَيُّهَا الَّذِينَ آمَنُواْ إِذَا تَدَايَنتُم بِدَيْنٍ إِلَى أَجَلٍ   -  debt contract: two women, one man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'Half' is not a general rule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Testimony weight is context-dependent: 2-for-1 in debt-documentation (2:282), 1-for-1 in li'an (24:6-9).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 li'an a woman's sworn word overturns a man's - one-to-one. 2:282 concerns record-keeping, not a scale of worth.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datum is the VARIATION; the reason is interpretation.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verses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debt 2:282 (2-for-1) - li'an 24:6-9 (1-for-1, four oaths each); witness-root 123 ayat.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testimony weight varies by context; 'half' is not a general rule; the datum is the variation, the reason interpretive.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