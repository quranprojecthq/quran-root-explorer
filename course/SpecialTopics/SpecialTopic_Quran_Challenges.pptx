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08"/>
              </a:spcAft>
            </a:pPr>
            <a:r>
              <a:rPr sz="23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the text that dares its reader</a:t>
            </a:r>
          </a:p>
          <a:p>
            <a:pPr algn="l">
              <a:spcAft>
                <a:spcPts val="1008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Challenges of the Qur'an  (al-Tahaddi)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5"/>
              </a:spcAft>
            </a:pPr>
            <a:r>
              <a:rPr sz="23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scripture that issues falsifiable dares</a:t>
            </a:r>
          </a:p>
          <a:p>
            <a:pPr algn="l">
              <a:spcAft>
                <a:spcPts val="1165"/>
              </a:spcAft>
            </a:pPr>
            <a:r>
              <a:rPr sz="21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Uniquely, the Qur'an repeatedly CHALLENGES its audience - to imitate it, to find a contradiction in it, to find a rupture in the creation it describes. These are open, addressable invitations, not vague claims. This topic gathers them straight from the text, with addresses and live counts.</a:t>
            </a:r>
          </a:p>
          <a:p>
            <a:pPr algn="l">
              <a:spcAft>
                <a:spcPts val="1165"/>
              </a:spcAft>
            </a:pPr>
            <a:r>
              <a:rPr sz="20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verse is quoted from Book6 by address; every chart recomputes from Book6. We PRESENT the challenges; whether they are 'met' is a theological reading we do not adjudicate.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a 'challenge' is - three kinds, one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60704"/>
            <a:ext cx="11430000" cy="38404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088136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al-tahaddi: an open, addressable, falsifiable dare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9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Literary</a:t>
            </a:r>
          </a:p>
          <a:p>
            <a:pPr algn="l">
              <a:spcAft>
                <a:spcPts val="1369"/>
              </a:spcAft>
            </a:pPr>
            <a:r>
              <a:rPr sz="1989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imitate the text - produce its like. Whole -&gt; ten suras -&gt; one sura -&gt; a single statement (17:88; 11:13; 2:23/10:38; 52:34), with the standing prediction 'you never will' (2:24).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8"/>
              </a:spcAft>
            </a:pPr>
            <a:r>
              <a:rPr sz="22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Textual consistency</a:t>
            </a:r>
          </a:p>
          <a:p>
            <a:pPr algn="l">
              <a:spcAft>
                <a:spcPts val="1388"/>
              </a:spcAft>
            </a:pPr>
            <a:r>
              <a:rPr sz="20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a contradiction across a corpus revealed over ~23 years - read it through and look (4:82).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00"/>
              </a:spcAft>
            </a:pPr>
            <a:r>
              <a:rPr sz="22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Cosmic observation</a:t>
            </a:r>
          </a:p>
          <a:p>
            <a:pPr algn="l">
              <a:spcAft>
                <a:spcPts val="1400"/>
              </a:spcAft>
            </a:pPr>
            <a:r>
              <a:rPr sz="20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a flaw or rupture in creation - inspect the universe, then inspect again (67:3-4).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literary dare escalates DOWN</a:t>
            </a:r>
          </a:p>
        </p:txBody>
      </p:sp>
      <p:pic>
        <p:nvPicPr>
          <p:cNvPr id="4" name="Picture 3" descr="chal_esca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bar is lowered from the whole corpus (~6,236 ayat) to ten suras, to one sura (~55 ayat), to a single statement. Lowering the bar sharpens the dare rather than softening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literary-challenge verses, verbatim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41"/>
              </a:spcAft>
            </a:pPr>
            <a:r>
              <a:rPr sz="24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41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17:88   لَا يَأْتُونَ بِمِثْلِهِ   -  jinn &amp; humankind together could not bring its like</a:t>
            </a:r>
          </a:p>
          <a:p>
            <a:pPr algn="l">
              <a:spcAft>
                <a:spcPts val="1141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11:13   فَأْتُوا بِعَشْرِ سُوَرٍ مِّثْلِهِ مُفْتَرَيَاتٍ   -  then bring ten fabricated suras like it</a:t>
            </a:r>
          </a:p>
          <a:p>
            <a:pPr algn="l">
              <a:spcAft>
                <a:spcPts val="1141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2:23   فَأْتُوا بِسُورَةٍ مِّن مِّثْلِهِ   -  then bring a single sura from its like</a:t>
            </a:r>
          </a:p>
          <a:p>
            <a:pPr algn="l">
              <a:spcAft>
                <a:spcPts val="1141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10:38   فَأْتُوا بِسُورَةٍ مِّثْلِهِ   -  then bring one sura like it</a:t>
            </a:r>
          </a:p>
          <a:p>
            <a:pPr algn="l">
              <a:spcAft>
                <a:spcPts val="1141"/>
              </a:spcAft>
            </a:pPr>
            <a:r>
              <a:rPr sz="24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52:34   فَلْيَأْتُوا بِحَدِيثٍ مِّثْلِهِ   -  then let them bring a statement like it - if truthful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'Bring the like (mithl)' - a needle in the haystack</a:t>
            </a:r>
          </a:p>
        </p:txBody>
      </p:sp>
      <p:pic>
        <p:nvPicPr>
          <p:cNvPr id="4" name="Picture 3" descr="chal_math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2827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root for 'like' occurs in 148 ayat across the corpus; exactly 5 of them carry the literary challenge. The dare is a precise, locatable subset of a common word - not a vague motif.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standing, falsifiable prediction - 2:24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246888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34"/>
              </a:spcAft>
            </a:pPr>
            <a:r>
              <a:rPr sz="293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2:24   فَإن لَّمْ تَفْعَلُوا وَلَن تَفْعَلُوا</a:t>
            </a:r>
          </a:p>
          <a:p>
            <a:pPr algn="l">
              <a:spcAft>
                <a:spcPts val="1234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'And if you do not - and you will NEVER do it -': the text does not merely invite, it PREDICTS the challenge will go unmet for all time. A prediction is falsifiable: one counter-example would end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749039"/>
            <a:ext cx="11430000" cy="27432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63"/>
              </a:spcAft>
            </a:pPr>
            <a:r>
              <a:rPr sz="26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Why this is unusual</a:t>
            </a:r>
          </a:p>
          <a:p>
            <a:pPr algn="l">
              <a:spcAft>
                <a:spcPts val="1163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Most scriptures assert; this one stakes a claim that could in principle be DISPROVEN by anyone who produces the like. That structure - an open, repeatable, falsifiable dare - is itself the subject of this topic, presented here without our verdict.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When the challenges fall - across the revelation timeline</a:t>
            </a:r>
          </a:p>
        </p:txBody>
      </p:sp>
      <p:pic>
        <p:nvPicPr>
          <p:cNvPr id="4" name="Picture 3" descr="chal_rev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dares appear in both the Meccan period (the literary &amp; cosmic challenges) and the Medinan period (2:23-24, 4:82). The challenge is sustained across the whole revelation, not a one-off.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literary-challenge vocabulary</a:t>
            </a:r>
          </a:p>
        </p:txBody>
      </p:sp>
      <p:pic>
        <p:nvPicPr>
          <p:cNvPr id="4" name="Picture 3" descr="chal_voc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dare's words: 'bring!' (486 ayat - the imperative verb of the challenge), 'the like' (148), 'fabricate' (54), 'sura' (16). The challenge is built from the corpus's own core vocabulary.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challenge inventory - verses by kind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11430000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Challenge ayat collected from Book6, by kind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877056"/>
            <a:ext cx="11430000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8115" y="1834896"/>
            <a:ext cx="1769364" cy="204216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4369" y="1560576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Literary
(imitate)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85615" y="3468624"/>
            <a:ext cx="1769364" cy="408432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1870" y="3194304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15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Prediction
(2:24)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43116" y="3468624"/>
            <a:ext cx="1769364" cy="408432"/>
          </a:xfrm>
          <a:prstGeom prst="rect">
            <a:avLst/>
          </a:prstGeom>
          <a:solidFill>
            <a:srgbClr val="A2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9370" y="3194304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90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Consistency
(4:82)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0616" y="3060192"/>
            <a:ext cx="1769364" cy="816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6870" y="2785872"/>
            <a:ext cx="1988819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56548" y="3913632"/>
            <a:ext cx="2857500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Cosmic
(67:3-4)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4572000"/>
            <a:ext cx="11430000" cy="2011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45"/>
              </a:spcAft>
            </a:pPr>
            <a:r>
              <a:rPr sz="21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Nine challenge ayat, four kinds</a:t>
            </a:r>
          </a:p>
          <a:p>
            <a:pPr algn="l">
              <a:spcAft>
                <a:spcPts val="945"/>
              </a:spcAft>
            </a:pPr>
            <a:r>
              <a:rPr sz="20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Five literary dares (17:88; 11:13; 2:23; 10:38; 52:34), one standing prediction (2:24), one consistency dare (4:82), and the two-verse cosmic dare (67:3-4). Few in number, sharp in wording, and each addressable.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internal-consistency challenge - 4:82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22860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38"/>
              </a:spcAft>
            </a:pPr>
            <a:r>
              <a:rPr sz="25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4:82   أَفَلَا يَتَدَبَّرُونَ … لَوَجَدُوا فِيهِ اخْتِلَافًا كَثِيرًا</a:t>
            </a:r>
          </a:p>
          <a:p>
            <a:pPr algn="l">
              <a:spcAft>
                <a:spcPts val="1138"/>
              </a:spcAft>
            </a:pPr>
            <a:r>
              <a:rPr sz="2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'Do they not reflect ...? Had it been from other than God, they would have found in it much discrepancy.' An invitation to search for internal contradiction across a ~23-year corpus.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dare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 it through (tadabbur) and look for the inconsistencies a long, human-authored, serially-produced text would accumulate.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40"/>
              </a:spcAft>
            </a:pPr>
            <a:r>
              <a:rPr sz="26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Where our method touches it</a:t>
            </a:r>
          </a:p>
          <a:p>
            <a:pPr algn="l">
              <a:spcAft>
                <a:spcPts val="1540"/>
              </a:spcAft>
            </a:pPr>
            <a:r>
              <a:rPr sz="24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Two Books FDR work measured STRUCTURE - contiguity, composition, signal - and found coherent, non-random organization. That speaks to structure, NOT to this verse's theological claim, which we do not adjudicate.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consistency dare, measured - the Two Books FDR battery</a:t>
            </a:r>
          </a:p>
        </p:txBody>
      </p:sp>
      <p:pic>
        <p:nvPicPr>
          <p:cNvPr id="4" name="Picture 3" descr="chal_f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365"/>
              </a:spcAft>
            </a:pPr>
            <a:r>
              <a:rPr sz="13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- 6 of 8 representative structural tests survive a single Benjamini-Hochberg 5% FDR (q &lt;= 0.0067); the two borderline tests correctly drop out. Structural coherence is robust - which is NOT proof of 4:82's claim, only that the text is non-random.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cosmic challenge - look for a flaw  (67:3-4)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24688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2"/>
              </a:spcAft>
            </a:pPr>
            <a:r>
              <a:rPr sz="22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67:3   مَّا تَرَى فِي خَلْقِ الرَّحْمَنِ مِن تَفَاوُتٍ … هَلْ تَرَى مِن فُطُورٍ</a:t>
            </a:r>
          </a:p>
          <a:p>
            <a:pPr algn="l">
              <a:spcAft>
                <a:spcPts val="1052"/>
              </a:spcAft>
            </a:pPr>
            <a:r>
              <a:rPr sz="21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'You see no disparity (tafawut) in the Most Merciful's creation. Return the gaze - do you see any rupture (futur)?' An empirical dare: inspect the universe for a flaw.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749039"/>
            <a:ext cx="11430000" cy="274320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07"/>
              </a:spcAft>
            </a:pPr>
            <a:r>
              <a:rPr sz="222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67:4   فَارْجِعِ الْبَصَرَ … يَنقَلِبْ إِلَيْكَ الْبَصَرُ خَاسِئًا وَهُوَ حَسِيرٌ</a:t>
            </a:r>
          </a:p>
          <a:p>
            <a:pPr algn="l">
              <a:spcAft>
                <a:spcPts val="1107"/>
              </a:spcAft>
            </a:pPr>
            <a:r>
              <a:rPr sz="2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'Then look again and again - your gaze returns to you humbled and exhausted.' The challenge predicts the outcome of repeated, careful observation: no rupture found. An invitation to look, framed as a search for order - which we present, not prove.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cosmic &amp; consistency dares use rare, precise terms</a:t>
            </a:r>
          </a:p>
        </p:txBody>
      </p:sp>
      <p:pic>
        <p:nvPicPr>
          <p:cNvPr id="4" name="Picture 3" descr="chal_cosmic_r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6"/>
              </a:spcAft>
            </a:pPr>
            <a:r>
              <a:rPr sz="15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'disparity' (tafawut) occurs in only 5 ayat, 'rupture' (futur) in 19, 'discrepancy' (ikhtilaf) in 116, 'truthful' (sidq) in 144. The cosmic dare's signature word tafawut is near-unique - a deliberate, exact term.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challenge suras span the whole corpus</a:t>
            </a:r>
          </a:p>
        </p:txBody>
      </p:sp>
      <p:pic>
        <p:nvPicPr>
          <p:cNvPr id="4" name="Picture 3" descr="chal_sura_con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seven challenge suras run from al-Mulk (30 ayat) to al-Baqara (286). The dare is not confined to one register or length - it recurs across short Meccan and long Medinan suras alike.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family of challenges - one falsifiable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LITERARY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imitate the text - whole-&gt;ten-&gt;one-&gt;a statement  (17:88...52:34)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77639" y="2395728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CONSISTENCY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a contradiction across the whole corpus  (4:82)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8001000" y="2395728"/>
            <a:ext cx="41148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COSMIC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find a rupture in creation  (67:3-4)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38"/>
              </a:spcAft>
            </a:pPr>
            <a:r>
              <a:rPr sz="268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Three targets, one shape</a:t>
            </a:r>
          </a:p>
          <a:p>
            <a:pPr algn="l">
              <a:spcAft>
                <a:spcPts val="1338"/>
              </a:spcAft>
            </a:pPr>
            <a:r>
              <a:rPr sz="238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Whether aimed at the text, its coherence, or the cosmos, every challenge has the same form: an open invitation, addressable by anyone, that could in principle be defeated by a single counter-example - a sura, a contradiction, a rupture. That common structure is what makes the tahaddi distinctive.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we present these - honestly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WHAT WE DO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 Quote each challenge from Book6 with its address.  - Count the dare-vocabulary from the corpus.  - Note that each is, by its wording, open and falsifiable.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56"/>
              </a:spcAft>
            </a:pPr>
            <a:r>
              <a:rPr sz="282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WHAT WE DO NOT DO</a:t>
            </a:r>
          </a:p>
          <a:p>
            <a:pPr algn="l">
              <a:spcAft>
                <a:spcPts val="1656"/>
              </a:spcAft>
            </a:pPr>
            <a:r>
              <a:rPr sz="26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 We do NOT declare the challenges met or unmet - that is a theological judgement.  - We do NOT treat our structural findings as proof of the claims.  - The data is: the text issues these dares, here.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the challenges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Verses are addressable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every challenge carries a sura:ayah - look it up in Book6.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Vocabulary is counted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dare-words tallied live from the corpus.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Structure is robust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6/8 FDR tests survive - the corpus is demonstrably non-random.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'Met?' is theology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 dare stands is a reading we present, not settle.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non-random structure != proof of a divine-origin claim.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over-reading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we report verse + count + structure, nothing more.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6,236 ayat - roots + surface forms - revelation order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locate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challenge ayat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 verses by address; dare-roots normalized &amp; counted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7 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escalation, timeline, vocab, FDR...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Verses are quoted by address; every figure recomputes from Book6.xlsx via gen_figs_chal.py (fixed seed). Roots are normalized (Persian/Arabic letter variants folded) so counts are stable; the FDR battery is the live result from the Two Books FDR-summary lecture. Nothing here is hand-tuned.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80"/>
              </a:spcAft>
            </a:pPr>
            <a:r>
              <a:rPr sz="26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text that invites inspection</a:t>
            </a:r>
          </a:p>
          <a:p>
            <a:pPr algn="l">
              <a:spcAft>
                <a:spcPts val="1480"/>
              </a:spcAft>
            </a:pPr>
            <a:r>
              <a:rPr sz="244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Qur'an is distinctive in repeatedly daring its reader: imitate me (17:88 -&gt; 52:34), find a contradiction in me (4:82), find a flaw in the creation I describe (67:3-4) - and it predicts each dare will stand (2:24).</a:t>
            </a:r>
          </a:p>
          <a:p>
            <a:pPr algn="l">
              <a:spcAft>
                <a:spcPts val="1480"/>
              </a:spcAft>
            </a:pPr>
            <a:r>
              <a:rPr sz="23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data shows the dares are few, precise, and addressable; the structure they sit in is demonstrably non-random (6/8 FDR). Whatever one concludes, the form is remarkable: an open, falsifiable, repeatable invitation, laid out here from the text itself - the reader inspects, as the verses ask.</a:t>
            </a:r>
          </a:p>
          <a:p>
            <a:pPr algn="l">
              <a:spcAft>
                <a:spcPts val="1480"/>
              </a:spcAft>
            </a:pPr>
            <a:r>
              <a:rPr sz="2290" b="1">
                <a:solidFill>
                  <a:srgbClr val="556070"/>
                </a:solidFill>
                <a:latin typeface="Calibri"/>
                <a:cs typeface="Calibri"/>
                <a:ea typeface="Calibri"/>
              </a:rPr>
              <a:t>Presented, not adjudicated: a count of dares and their addresses, faithfully from Book6.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challenges (by address)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Literary: 17:88 - 11:13 - 2:23 - 10:38 - 52:34.  Prediction: 2:24.  Consistency: 4:82.  Cosmic: 67:3-4.  Dare-verb 'bring' in 486 ayat; 'like' in 148.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 challenge ayat - 4 kinds - tafawut only 5 ayat - futur 19 - 6/8 structural tests survive 5% FDR - 7 figures recompute from Book6 (gen_figs_chal.py).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