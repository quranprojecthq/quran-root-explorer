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women &amp; men: social/spiritual, Week 9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Women &amp; men - social &amp; spiritual standing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70"/>
              </a:spcAft>
            </a:pPr>
            <a:r>
              <a:rPr sz="25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Parity stated in origin, reward and relation - kept apart from role</a:t>
            </a:r>
          </a:p>
          <a:p>
            <a:pPr algn="l">
              <a:spcAft>
                <a:spcPts val="1270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Are women and men equal in moral and spiritual standing - in origin, reward, and mutual relation? We read the verses on creation, reward, and mutual standing at face value, marking where parity is STATED vs interpreted, and keeping moral standing apart from role/legal differentiation.</a:t>
            </a:r>
          </a:p>
          <a:p>
            <a:pPr algn="l">
              <a:spcAft>
                <a:spcPts val="1270"/>
              </a:spcAft>
            </a:pPr>
            <a:r>
              <a:rPr sz="21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Verse content is quoted from Book6; the 'ten matched virtues' and 'male or female' formulas are what the cited verses state.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claim to test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Are women and men equal in moral/spiritual standing - in origin, reward, and relation?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12"/>
              </a:spcAft>
            </a:pPr>
            <a:r>
              <a:rPr sz="2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read the verses on creation, reward, mutual standing at face value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mark where parity is STATED vs interpreted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keep moral standing apart from role/legal differentiation (separate question)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Parity stated in three registers</a:t>
            </a:r>
          </a:p>
        </p:txBody>
      </p:sp>
      <p:pic>
        <p:nvPicPr>
          <p:cNvPr id="4" name="Picture 3" descr="eqs_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(from the cited verses) - parity is stated in origin (49:13, 4:1), reward (33:35, 3:195) and mutual relation (9:71). Three explicit statements.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Same origin; same reward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49:13   يَا أَيُّهَا النَّاسُ إِنَّا خَلَقْنَاكُم مِّن ذَكرٍ وَأُنثَى وَجَعَلْنَاكُمْ   -  created from male and female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4:1   يَا أَيُّهَا النَّاسُ اتَّقُواْ رَبَّكُمُ الَّذِي خَلَقَكُم   -  created you from one soul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33:35 - ten virtues, matched</a:t>
            </a:r>
          </a:p>
        </p:txBody>
      </p:sp>
      <p:pic>
        <p:nvPicPr>
          <p:cNvPr id="4" name="Picture 3" descr="eqs_3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(33:35) - the verse pairs TEN virtues for men and women identically, promising the same forgiveness and reward - parity made explicit.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Same origin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'created you from a male and a female' (49:13) and 'from one soul' (4:1); rank is by taqwa, not sex.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Same reward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33:35 pairs ten virtues identically; 'I will not waste the work of any worker, male or female' (3:195).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Mutual guardianship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'the believing men and women are guardians (awliya) of one another' (9:71) - a reciprocal relation, not one-way.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vocabulary of shared standing</a:t>
            </a:r>
          </a:p>
        </p:txBody>
      </p:sp>
      <p:pic>
        <p:nvPicPr>
          <p:cNvPr id="4" name="Picture 3" descr="eqs_vo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5120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soul/self (270), pair/spouse (72), faith (723) and piety (237) frame a standing ranked by taqwa, not sex (49:13).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Same reward; mutual guardianship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33:35   إِنَّ الْمُسْلِمِينَ وَالْمُسْلِمَاتِ وَالْمُؤْمِنِينَ وَالْمُؤْمِنَاتِ وَالْقَانِتِينَ وَالْقَانِتَاتِ وَالصَّادِقِينَ   -  ten paired virtues — same reward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3:195   فَاسْتَجَابَ لَهُمْ رَبُّهُمْ أَنِّي لاَ أُضِيعُ عَمَلَ عَامِلٍ مِّنكُم مِّن   -  “…male or female, of one another”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9:71   وَالْمُؤْمِنُونَ وَالْمُؤْمِنَاتُ بَعْضُهُمْ أَوْلِيَاء بَعْضٍ يَأْمُرُونَ بِالْمَعْرُوفِ وَيَنْهَوْنَ   -  believing men &amp; women: mutual guardians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'Male or female' - the reward formula</a:t>
            </a:r>
          </a:p>
        </p:txBody>
      </p:sp>
      <p:pic>
        <p:nvPicPr>
          <p:cNvPr id="4" name="Picture 3" descr="eqs_re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'I will not waste the work of any worker among you, male or female' (3:195) - the reward formula recurs, tying outcome to deeds, not sex.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'Soul/self' across the corpus</a:t>
            </a:r>
          </a:p>
        </p:txBody>
      </p:sp>
      <p:pic>
        <p:nvPicPr>
          <p:cNvPr id="4" name="Picture 3" descr="eqs_nafs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53"/>
              </a:spcAft>
            </a:pPr>
            <a:r>
              <a:rPr sz="17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'one soul' origin (4:1) sits in a root spread across the corpus - shared human origin.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Symmetric in standing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Computed datum: in origin, moral agency and reward the text states parity explicitly and repeatedly - 33:35's ten matched pairs, the 'male or female' reward formula, reciprocal guardianship (9:71). On the face of the text, spiritual and moral standing is symmetric. Role and legal differentiations (other verses) are a distinct question, not this one.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Face-value parity in origin and reward is a strong textual datum; whether social ROLES are 'equal' is contested and separate.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'Pair/spouse' across the corpus</a:t>
            </a:r>
          </a:p>
        </p:txBody>
      </p:sp>
      <p:pic>
        <p:nvPicPr>
          <p:cNvPr id="4" name="Picture 3" descr="eqs_zawj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pair/spouse root names the reciprocal relation - 'created for you mates' - throughout the corpus.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distinct questions</a:t>
            </a:r>
          </a:p>
        </p:txBody>
      </p:sp>
      <p:pic>
        <p:nvPicPr>
          <p:cNvPr id="4" name="Picture 3" descr="eqs_regi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moral/spiritual parity (stated) and role/legal differentiation (other verses) are SEPARATE questions; we do not collapse one into the other.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Three registers of parity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Origin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 soul / male and female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Reward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'male or female', ten virtues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Relation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mutual guardianship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Symmetric in standing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ranked by taqwa not sex; role is a separate question kept apart.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Roles are a separate question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face-value parity in origin and reward is strong; whether social ROLES are 'equal' is contested and not decided by these verses.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Keep registers apart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we keep moral standing and role distinct rather than collapse one into the other - they are answered by different verses.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Parity verses cited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origin 49:13/4:1, reward 33:35/3:195, relation 9:71.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33:35 matched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ten virtues paired identically.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Roles separate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moral standing != role/legal question.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text's data is computed; the equity verdict is interpretive.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separated; registers kept apart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parity verses; shared-standing vocabulary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what each verse states; root fields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parity bars, 33:35 bars, vocabulary bars, sura 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49:13   يَا أَيُّهَا النَّاسُ إِنَّا خَلَقْنَاكُم مِّن ذَكرٍ وَأُنثَى وَجَعَلْنَاكُمْ   -  created from male and female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4:1   يَا أَيُّهَا النَّاسُ اتَّقُواْ رَبَّكُمُ الَّذِي خَلَقَكُم   -  created you from one soul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Symmetric in standing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 origin (49:13, 4:1), reward (33:35, 3:195) and relation (9:71) the text states parity explicitly and repeatedly.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 the face of the text, spiritual and moral standing is symmetric - ranked by taqwa, not sex.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Role/legal differentiation is a separate question; we keep the registers apart.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verses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origin 49:13, 4:1 - reward 33:35 (10 virtues), 3:195 - relation 9:71; vocabulary: soul 270, pair 72.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moral/spiritual standing is symmetric (origin, reward, relation); role/legal differentiation is a distinct, interpretive question.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