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9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divine names, Week 10</a:t>
            </a:r>
          </a:p>
          <a:p>
            <a:pPr algn="l">
              <a:spcAft>
                <a:spcPts val="96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Allah, Rabb, al-Rahman, ilah - which Name does which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85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interchangeable - each word carries a distinct role</a:t>
            </a:r>
          </a:p>
          <a:p>
            <a:pPr algn="l">
              <a:spcAft>
                <a:spcPts val="1285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names God many ways. Are they interchangeable, or does each carry a distinct role - proper name, relation, attribute, or negated generic? We count the principal divine words and read how each is used grammatically.</a:t>
            </a:r>
          </a:p>
          <a:p>
            <a:pPr algn="l">
              <a:spcAft>
                <a:spcPts val="1285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'Allah' is the most frequent word in the corpus, al-Rahman the rare signature attribute.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Are the divine names interchangeable, or do they divide the labour of naming God?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principal divine words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how each is used: proper name? possessed? negated?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separate computed frequency from the labelled role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principal divine words</a:t>
            </a:r>
          </a:p>
        </p:txBody>
      </p:sp>
      <p:pic>
        <p:nvPicPr>
          <p:cNvPr id="4" name="Picture 3" descr="dn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'Allah' dominates (2848); 'Lord' (Rabb) is next (871); 'a god' (ilah, 148) and al-Rahman (56) are far smaller. Frequency alone hints at different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relational Lord; the proper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1:2   الْحَمْدُ للّهِ رَبِّ الْعَالَمِينَ   -  رَبّ — Lord of the worlds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113:1   قُلْ أَعُوذُ بِرَبِّ الْفَلَقِ   -  رَبّ — “Lord of the daybreak”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112:1   قُلْ هُوَ اللَّهُ أَحَدٌ   -  الله — “Say: He is God, One”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2:255   اللّهُ لاَ إِلَهَ إِلاَّ هُوَ الْحَيُّ الْقَيُّومُ   -  الله — “God: no god but He…”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Four kinds of work</a:t>
            </a:r>
          </a:p>
        </p:txBody>
      </p:sp>
      <p:pic>
        <p:nvPicPr>
          <p:cNvPr id="4" name="Picture 3" descr="dn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proper Name (Allah, 2848), the relation (Rabb, 871), the attribute (al-Rahman, 56) and the negated generic (ilah, 148) divide the labour of naming God.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Allah - the proper Name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far the most frequent (2848); a proper name, not a description - never pluralised, never feminised.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Rabb - the relational Lord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Lord/sustainer (871), overwhelmingly possessed (your/our/my Lord) - the Name prayers most often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al-Rahman &amp; ilah - attribute &amp; negation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al-Rahman (56) is the signature attribute; ilah (148) is the generic the creed negates ('no god but Allah').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'Lord' is overwhelmingly possessed</a:t>
            </a:r>
          </a:p>
        </p:txBody>
      </p:sp>
      <p:pic>
        <p:nvPicPr>
          <p:cNvPr id="4" name="Picture 3" descr="dn_ra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'Rabb' appears mostly POSSESSED (your/our/my Lord) - a name of RELATION, the one prayers most often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negated generic - 'no god but...'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21:25   وَمَا أَرْسَلْنَا مِن قَبْلِك مِن رَّسُولٍ إِلَّا نُوحِي إِلَيْهِ أَنَّهُ   -  إله — no god but Me (worship)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47:19   فَاعْلَمْ أَنَّهُ لَا إِلَهَ إِلَّا اللَّهُ وَاسْتَغْفِرْ   -  إله — “know there is no god but Allah”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proper Name across the corpus</a:t>
            </a:r>
          </a:p>
        </p:txBody>
      </p:sp>
      <p:pic>
        <p:nvPicPr>
          <p:cNvPr id="4" name="Picture 3" descr="dn_allah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75"/>
              </a:spcAft>
            </a:pPr>
            <a:r>
              <a:rPr sz="1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'Allah' is named throughout - the unique referent, never pluralised, never feminised.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'Lord' across the corpus</a:t>
            </a:r>
          </a:p>
        </p:txBody>
      </p:sp>
      <p:pic>
        <p:nvPicPr>
          <p:cNvPr id="4" name="Picture 3" descr="dn_rabb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0"/>
              </a:spcAft>
            </a:pPr>
            <a:r>
              <a:rPr sz="16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'Rabb' clusters in the supplication and creation passages - the relational, called-upon Name.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Referent, four kinds of word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2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Computed: 'Allah' dominates (2848) as the proper name; 'Rabb' (871) is the relational term, almost always possessed; al-Rahman (56) is the signature attribute; 'ilah' (148) is the category-word, mostly appearing to be DENIED. So the names are not interchangeable - they divide the labour: identity (Allah), relationship (Rabb), mercy-attribute (al-Rahman), and the negated generic (ilah).</a:t>
            </a:r>
          </a:p>
          <a:p>
            <a:pPr algn="l">
              <a:spcAft>
                <a:spcPts val="1686"/>
              </a:spcAft>
            </a:pPr>
            <a:r>
              <a:rPr sz="2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Lemma-level counting flattens Rabb's possessive forms into one figure; the relational point is read from usage, not the bare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'A god' appears mostly to be denied</a:t>
            </a:r>
          </a:p>
        </p:txBody>
      </p:sp>
      <p:pic>
        <p:nvPicPr>
          <p:cNvPr id="4" name="Picture 3" descr="dn_il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'ilah' (148) is the GENERIC the creed negates - 'no ilah but Allah' - a category-word that mostly appears inside a negation.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division of labour</a:t>
            </a:r>
          </a:p>
        </p:txBody>
      </p:sp>
      <p:pic>
        <p:nvPicPr>
          <p:cNvPr id="4" name="Picture 3" descr="dn_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names are not interchangeable: identity (Allah), relationship (Rabb), mercy-attribute (al-Rahman), and the negated generic (ilah).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division of labour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Allah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identity - the proper Name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Rabb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relationship - possessed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al-Rahman / ilah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attribute / negated generic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 interchangeable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names divide the work of naming God - identity, relation, attribute, negation.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Counting flattens grammar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lemma-level counting collapses Rabb's possessive forms (your/our/my Lord) into one figure; the relational role is read from usage, not the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'Roles' are a gloss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role labels (name/relation/attribute/negation) are a descriptive gloss on grammar, not a Qur'anic taxonomy.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Frequencies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Allah 2848, Rabb 871, al-Rahman 56, ilah 148.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Rabb is possessed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mostly 'your/our/my Lord' - relational.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ilah is negated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mostly inside 'no god but Allah'.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Roles are a gloss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descriptive labels on grammar.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roles;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principal divine words; grammatical use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frequency, possession, negation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frequency bars, role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1:2   الْحَمْدُ للّهِ رَبِّ الْعَالَمِينَ   -  رَبّ — Lord of the worlds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113:1   قُلْ أَعُوذُ بِرَبِّ الْفَلَقِ   -  رَبّ — “Lord of the daybreak”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112:1   قُلْ هُوَ اللَّهُ أَحَدٌ   -  الله — “Say: He is God, One”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2:255   اللّهُ لاَ إِلَهَ إِلاَّ هُوَ الْحَيُّ الْقَيُّومُ   -  الله — “God: no god but He…”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God, named four ways - each a distinct word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'Allah' (2848) is the proper name; 'Rabb' (871) the relational Lord; al-Rahman (56) the attribute; 'ilah' (148) the negated generic.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names are not interchangeable - they divide the labour of naming God.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are computed; the role-labels are a descriptive gloss.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Allah 2848 - Rabb 871 (mostly possessed) - al-Rahman 56 - ilah 148 (mostly negated).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identity (Allah), relationship (Rabb), mercy-attribute (al-Rahman), negated generic (ilah) - a division of labour, not synonyms.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