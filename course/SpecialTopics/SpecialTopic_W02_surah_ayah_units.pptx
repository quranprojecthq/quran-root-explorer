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distribution, Week 2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defines a sura and an ayah?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Can the two units be defined by measurable criteria - or only marked?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has two units: the sura and the ayah. We measure both from Book6 - ayat per sura, root-tokens per ayah - to see whether length DEFINES them or merely corroborates boundaries that are otherwise marked by name, basmala and received verse-stops.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range and count recomputes from Book6; the anchor cases (al-Kawthar, al-Baqara, 2:282) are checked directly.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 measurable criteria DEFINE a sura and an ayah, or only describe units that are received and marked?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49"/>
              </a:spcAft>
            </a:pPr>
            <a:r>
              <a:rPr sz="26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4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ayat per sura (1-114): floor, ceiling, distribution</a:t>
            </a:r>
          </a:p>
          <a:p>
            <a:pPr algn="l">
              <a:spcAft>
                <a:spcPts val="154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root-tokens per ayah: shortest (disjoint letters) to longest (2:282)</a:t>
            </a:r>
          </a:p>
          <a:p>
            <a:pPr algn="l">
              <a:spcAft>
                <a:spcPts val="154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ask whether length defines, or only corroborates, the marked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Sura length - a bounded range</a:t>
            </a:r>
          </a:p>
        </p:txBody>
      </p:sp>
      <p:pic>
        <p:nvPicPr>
          <p:cNvPr id="4" name="Picture 3" descr="u_sur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suras run from 3 ayat (al-Kawthar, al-Asr, an-Nasr) to 286 (al-Baqara); median 39. A measurable range, but the boundary is marked by name and basmala.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shortest suras (3 ayat)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108:1   إِنَّا أَعْطَيْنَاك الْكوْثَرَ   -  shortest sūra (al-Kawthar, 3 ayahs)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110:1   إِذَا جَاء نَصْرُ اللَّهِ وَالْفَتْحُ   -  another 3-ayah sūra (an-Nasr)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Ayah length - one token to 84</a:t>
            </a:r>
          </a:p>
        </p:txBody>
      </p:sp>
      <p:pic>
        <p:nvPicPr>
          <p:cNvPr id="4" name="Picture 3" descr="u_ay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an ayah ranges from a single token (the disjoint letters; 55:64) to the 84-token debt verse (2:282); median 7. An ayah need not be a sentence.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sura: 3 to 286 ayat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named, basmala-bounded unit (except at-Tawba); floor 3, ceiling 286, median 39. Length is one visible handle.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 ayah: 1 to 84 tokens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marked verse - from a single token (disjoint letters) to the 84-token debt verse; median 7. Not necessarily a sentence.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Marked, not defined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units have measurable ranges, but neither is DEFINED by length - the boundaries are received (name, basmala, verse-stops).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Suras by length band</a:t>
            </a:r>
          </a:p>
        </p:txBody>
      </p:sp>
      <p:pic>
        <p:nvPicPr>
          <p:cNvPr id="4" name="Picture 3" descr="u_sura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most suras are short-to-mid (48 at 11-50 ayat, 29 at 51-100); only 3 exceed 200. The long suras are the rare giants.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Shortest ayat (1 token) and the longest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   الم   -  a 1-token ayah — the disjointed letters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55:64   مُدْهَامَّتَانِ   -  a single-word ayah (“dark green”)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2:282   يَا أَيُّهَا الَّذِينَ آمَنُواْ إِذَا تَدَايَنتُم بِدَيْنٍ إِلَى   -  longest ayah — 84 root-tokens (debt)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2:286   لاَ يُكلِّفُ اللّهُ نَفْسًا إِلاَّ وُسْعَهَا   -  al-Baqara closes — longest sūra (286)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Ayat by length band</a:t>
            </a:r>
          </a:p>
        </p:txBody>
      </p:sp>
      <p:pic>
        <p:nvPicPr>
          <p:cNvPr id="4" name="Picture 3" descr="u_aya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overwhelming majority of ayat are 3-30 tokens (3829+1576); only 1 exceed 60. The debt verse is a lone outlier.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Every sura's length</a:t>
            </a:r>
          </a:p>
        </p:txBody>
      </p:sp>
      <p:pic>
        <p:nvPicPr>
          <p:cNvPr id="4" name="Picture 3" descr="u_lenby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codex's descending-length profile is visible across all 114 suras (the same length-grading as the order topic).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 corroborates; marking defines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units have measurable ranges that corroborate the anchor cases - suras 3-286 ayat, ayat 1-84 tokens. But length defines neither. The units are MARKED: suras by name and basmala, ayat by received verse-stops. The disjoint letters (a single token standing as a whole ayah) prove the marking is prior to length, grammar, or even meaning.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This mirrors the order topic's limit: segmentation, like arrangement, is given, not inferred.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longest ayat</a:t>
            </a:r>
          </a:p>
        </p:txBody>
      </p:sp>
      <p:pic>
        <p:nvPicPr>
          <p:cNvPr id="4" name="Picture 3" descr="u_lo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- 2:282 (the debt verse, 84 tokens) towers over the field; the next longest trail well behind. Length is a property, not the definition.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shortest suras</a:t>
            </a:r>
          </a:p>
        </p:txBody>
      </p:sp>
      <p:pic>
        <p:nvPicPr>
          <p:cNvPr id="4" name="Picture 3" descr="u_shor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floor is 3 ayat (al-Kawthar and two others). Brevity does not stop a sura from being a complete, named, basmala-bounded unit.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Measured, then marked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 the units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suras 3-286, ayat 1-84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Ranges corroborate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they fit the anchors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Marking defines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name, basmala, verse-stops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Length describes, marking defines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disjoint-letter ayah proves marking is prior to length, grammar or meaning.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Length is corroborating, not defining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you can describe the units by counting, but you cannot DERIVE the boundaries from a count - they are received.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Boundaries are narrated / recitational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verse-stops and sura divisions come from transmission, not computation; counting can only characterise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Sura range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 to 286 ayat, median 39.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Ayah range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 to 84 tokens (2:282), median 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Anchors verified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al-Kawthar=3, al-Baqara=286, 2:282 longest.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Length corroborates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 describes the units, it does not define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counts/forms locate structure; they do not settle theology.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ayat per sura; tokens per ayah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floor/ceiling/median, length bands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length histograms, band bars, longest/shortest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108:1   إِنَّا أَعْطَيْنَاك الْكوْثَرَ   -  shortest sūra (al-Kawthar, 3 ayahs)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110:1   إِذَا جَاء نَصْرُ اللَّهِ وَالْفَتْحُ   -  another 3-ayah sūra (an-Nasr)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Measurable, but marked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sura spans 3-286 ayat; an ayah spans 1-84 tokens. Both ranges are real and corroborate the anchors.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But length DEFINES neither - the disjoint letters stand as a whole ayah on a single token. The units are marked by name, basmala and received verse-stops.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Counting describes the units; it does not derive them. Presented from the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suras 3-286 ayat (median 39); ayat 1-84 tokens (median 7); 3 suras over 200 ayat; only 1 ayat over 60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units have measurable ranges, but are defined by MARKING (name/basmala/verse-stops), not by length.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