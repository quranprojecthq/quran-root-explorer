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pairing &amp; frame, Week 4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Wealth and children - blessing or trial?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46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fixed lexical pair, and the frame the corpus puts it in</a:t>
            </a:r>
          </a:p>
          <a:p>
            <a:pPr algn="l">
              <a:spcAft>
                <a:spcPts val="1446"/>
              </a:spcAft>
            </a:pPr>
            <a:r>
              <a:rPr sz="26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'Wealth' (mal) and 'children' (awlad) are each named ~80 times and recur as a fixed pair. We find the ayat that name both and read what is predicated of the pair - adornment, trial, or security?</a:t>
            </a:r>
          </a:p>
          <a:p>
            <a:pPr algn="l">
              <a:spcAft>
                <a:spcPts val="1446"/>
              </a:spcAft>
            </a:pPr>
            <a:r>
              <a:rPr sz="24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recompute from Book6; the pairing and its framing co-occurrences are exact.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pairing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When wealth and children appear together, are they framed as favour, or as a test?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91"/>
              </a:spcAft>
            </a:pPr>
            <a:r>
              <a:rPr sz="25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491"/>
              </a:spcAft>
            </a:pPr>
            <a:r>
              <a:rPr sz="22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count each word and the ayat that name both</a:t>
            </a:r>
          </a:p>
          <a:p>
            <a:pPr algn="l">
              <a:spcAft>
                <a:spcPts val="1491"/>
              </a:spcAft>
            </a:pPr>
            <a:r>
              <a:rPr sz="22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what the pair co-occurs with - trial (fitna), adornment (zina), 'will not avail'</a:t>
            </a:r>
          </a:p>
          <a:p>
            <a:pPr algn="l">
              <a:spcAft>
                <a:spcPts val="1491"/>
              </a:spcAft>
            </a:pPr>
            <a:r>
              <a:rPr sz="22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separate the recurring pairing (computed) from the moral lesson (interpreted)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fixed pair</a:t>
            </a:r>
          </a:p>
        </p:txBody>
      </p:sp>
      <p:pic>
        <p:nvPicPr>
          <p:cNvPr id="4" name="Picture 3" descr="mw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wealth (80) and children (80) recur together in 16 ayat: 'your wealth and your children' is a set phrase for worldly capital.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trial (fitna)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8:28   وَاعْلَمُواْ أَنَّمَا أَمْوَالُكُمْ وَأَوْلاَدُكُمْ فِتْنَةٌ وَأَنَّ اللّهَ   -  wealth &amp; children are a trial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64:15   إِنَّمَا أَمْوَالُكُمْ وَأَوْلَادُكُمْ فِتْنَةٌ وَاللَّهُ عِندَهُ أَجْرٌ   -  “your wealth and children are a trial”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bond is above chance</a:t>
            </a:r>
          </a:p>
        </p:txBody>
      </p:sp>
      <p:pic>
        <p:nvPicPr>
          <p:cNvPr id="4" name="Picture 3" descr="mw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pair co-occurs at 15.6x the rate chance predicts (16 ayat): a deliberate collocation, not coincidence.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stable pair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wealth (80) and children (80) recur together in 16 ayat at 15.6x chance - a set phrase for worldly capital.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Framed as a test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where the pair appears it is cast as trial (2), adornment (3), or 'will not avail' (8) - not a sign of divine approval.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Capital reframed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corpus demotes worldly capital from a reward to a test - what you DO with it decides (the durative-conditional logic).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Framed as a trial</a:t>
            </a:r>
          </a:p>
        </p:txBody>
      </p:sp>
      <p:pic>
        <p:nvPicPr>
          <p:cNvPr id="4" name="Picture 3" descr="mw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where the pair appears it sits with 'trial' (fitna, 2), 'adornment' (zina, 3) and 'will not avail against God' (8) - a test, not a verdict of favour.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Adornment, and will not avail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18:46   الْمَالُ وَالْبَنُونَ زِينَةُ الْحَيَاةِ الدُّنْيَا وَالْبَاقِيَاتُ الصَّالِحَاتُ   -  adornment of the worldly life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3:10   إِنَّ الَّذِينَ كفَرُواْ لَن تُغْنِيَ عَنْهُمْ أَمْوَالُهُمْ وَلاَ أَوْلاَدُهُم   -  they will not avail against God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Wealth across the corpus</a:t>
            </a:r>
          </a:p>
        </p:txBody>
      </p:sp>
      <p:pic>
        <p:nvPicPr>
          <p:cNvPr id="4" name="Picture 3" descr="mw_mal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95"/>
              </a:spcAft>
            </a:pPr>
            <a:r>
              <a:rPr sz="18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wealth is named across the corpus, densest where worldly attachment is the theme.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Children across the corpus</a:t>
            </a:r>
          </a:p>
        </p:txBody>
      </p:sp>
      <p:pic>
        <p:nvPicPr>
          <p:cNvPr id="4" name="Picture 3" descr="mw_wld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95"/>
              </a:spcAft>
            </a:pPr>
            <a:r>
              <a:rPr sz="18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children track the same passages, reinforcing the paired 'worldly capital' motif.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Capital reframed as a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Wealth and children form a stable lexical pair (16 ayat, 15.6x chance), and where the pair appears it is cast as adornment, trial, or something that 'will not avail' against God - not as a sign of favour. The corpus consistently demotes worldly capital from a reward to a test: the same durative-conditional logic as elsewhere, where what you do with the capital decides its worth.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pairing is robust; the 'trial' framing is a strong tendency in the paired usage, not a blanket valuation.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Both across the revelation</a:t>
            </a:r>
          </a:p>
        </p:txBody>
      </p:sp>
      <p:pic>
        <p:nvPicPr>
          <p:cNvPr id="4" name="Picture 3" descr="mw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53"/>
              </a:spcAft>
            </a:pPr>
            <a:r>
              <a:rPr sz="17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pair runs the whole revelation; the 'trial' framing is a steady tendency, not a phase.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pair sits beside</a:t>
            </a:r>
          </a:p>
        </p:txBody>
      </p:sp>
      <p:pic>
        <p:nvPicPr>
          <p:cNvPr id="4" name="Picture 3" descr="mw_neighb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pair's neighbours are trial (2), adornment (3) and 'will not avail' (8) - the vocabulary of a test, not a reward.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Capital, reframed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Wealth + children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fixed pair (16 ayat)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Framed as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trial, adornment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Verdict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test, not a reward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Demoted from reward to test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what you DO with the capital decides - the durative-conditional logic.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 tendency, not a blanket rule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other ayat do call children a gift (na'im); the finding is a tendency in the PAIRED usage, not a universal verdict on wealth or children.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Pairing vs lesson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16-ayah pairing is computed; the 'trial' framing is read from the verses that predicate fitna/zina - a labelled interpretation.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Pair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wealth 80, children 80, shared 16.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Bond above chance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15.6x expected.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Framing co-occurrences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fitna 2, zina 3, 'avail' 8.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Tendency, not law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children are also called a gift elsewhere.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64"/>
              </a:spcAft>
            </a:pPr>
            <a:r>
              <a:rPr sz="24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64"/>
              </a:spcAft>
            </a:pPr>
            <a:r>
              <a:rPr sz="22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counts/co-occurrence locate structure; theology is not settled by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wealth &amp; children roots; frame-words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pairing count, lift, framing co-occurrence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pair bars, lift, frame bars, sura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8:28   وَاعْلَمُواْ أَنَّمَا أَمْوَالُكُمْ وَأَوْلاَدُكُمْ فِتْنَةٌ وَأَنَّ اللّهَ   -  wealth &amp; children are a trial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64:15   إِنَّمَا أَمْوَالُكُمْ وَأَوْلَادُكُمْ فِتْنَةٌ وَاللَّهُ عِندَهُ أَجْرٌ   -  “your wealth and children are a trial”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Worldly capital, reframed as a test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Wealth and children are a fixed pair (16 shared ayat, 15.6x chance) - the corpus's shorthand for worldly capital.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Where the pair appears it is framed as trial (2), adornment (3) or 'will not avail' (8) - a test, not a verdict of favour.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pairing is computed; the 'trial' framing is a strong tendency, labelled.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wealth 80 - children 80 - shared 16 (15.6x chance); with fitna 2, zina 3, 'avail' 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fixed pair framed as a trial/adornment, not divine favour; a tendency in the paired usage, not a blanket rule.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