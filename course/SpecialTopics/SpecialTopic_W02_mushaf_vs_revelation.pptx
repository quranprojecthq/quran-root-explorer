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distribution, Week 2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the Qur'an's order is not its revelation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14"/>
              </a:spcAft>
            </a:pPr>
            <a:r>
              <a:rPr sz="26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non-chronological arrangement - what rule governs it instead?</a:t>
            </a:r>
          </a:p>
          <a:p>
            <a:pPr algn="l">
              <a:spcAft>
                <a:spcPts val="1314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was revealed over ~23 years, but its written (mushaf) order is not chronological. Using the revelation-order index in Book6, we compare canonical position against timing and length to find the organizing rule.</a:t>
            </a:r>
          </a:p>
          <a:p>
            <a:pPr algn="l">
              <a:spcAft>
                <a:spcPts val="13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Correlations and quarter-averages recompute from Book6; revelation rank is per-sura (narrated, not computed) - a stated limit.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If not chronology, what rule sets the order of the 114 suras?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correlate canonical position with revelation order and with length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bin the mushaf into quarters; read average length</a:t>
            </a:r>
          </a:p>
          <a:p>
            <a:pPr algn="l">
              <a:spcAft>
                <a:spcPts val="169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track landmark suras (first/last revealed) against their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Position carries no chronology</a:t>
            </a:r>
          </a:p>
        </p:txBody>
      </p:sp>
      <p:pic>
        <p:nvPicPr>
          <p:cNvPr id="4" name="Picture 3" descr="mo_posn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canonical position vs revelation order correlates only -0.41: the arrangement is essentially non-chronological. al-Alaq (revealed 1st) sits at 96; al-Tawba (last) at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First and last revealed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96:1   اقْرَأْ بِاسْمِ رَبِّك الَّذِي خَلَقَ   -  FIRST revealed — at mushaf position 96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9:1   بَرَاءةٌ مِّنَ اللّهِ وَرَسُولِهِ إِلَى الَّذِينَ عَاهَدتُّم مِّنَ   -  al-Tawba #9 — revealed LAST (114th)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It is graded by length</a:t>
            </a:r>
          </a:p>
        </p:txBody>
      </p:sp>
      <p:pic>
        <p:nvPicPr>
          <p:cNvPr id="4" name="Picture 3" descr="mo_pos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position vs sura length correlates -0.75: a strong descending-length gradient. Length, not time, is the visible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49"/>
              </a:spcAft>
            </a:pPr>
            <a:r>
              <a:rPr sz="24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Non-chronological</a:t>
            </a:r>
          </a:p>
          <a:p>
            <a:pPr algn="l">
              <a:spcAft>
                <a:spcPts val="1549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position vs revelation correlates only -0.41 - the order is not a biography.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1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Graded by length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position vs length correlates -0.75; quarter averages fall 118 -&gt; 10 ayat.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Thematic / liturgical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tradition holds the arrangement was prophet-directed and recitational - a structure, not a timeline (labelled, historical).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Quarter by quarter, length falls</a:t>
            </a:r>
          </a:p>
        </p:txBody>
      </p:sp>
      <p:pic>
        <p:nvPicPr>
          <p:cNvPr id="4" name="Picture 3" descr="mo_qua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average length drops 118 -&gt; 61 -&gt; 29 -&gt; 10 ayat across the four mushaf quarters. The longest suras open; the shortest close.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opening of the codex, and short suras placed 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1:2   الْحَمْدُ للّهِ رَبِّ الْعَالَمِينَ   -  al-Fātiḥa #1 — revealed 5th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   ذَلِك الْكِتَابُ لاَ رَيْبَ فِيهِ هُدًى لِّلْمُتَّقِينَ   -  al-Baqara #2 — revealed 87th, longest (286)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108:1   إِنَّا أَعْطَيْنَاك الْكوْثَرَ   -  al-Kawthar #108 — revealed 15th, shortest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110:1   إِذَا جَاء نَصْرُ اللَّهِ وَالْفَتْحُ   -  al-Naṣr #110 — revealed 102nd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first revealed becomes the 96th</a:t>
            </a:r>
          </a:p>
        </p:txBody>
      </p:sp>
      <p:pic>
        <p:nvPicPr>
          <p:cNvPr id="4" name="Picture 3" descr="mo_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al-Fatiha (#1) was revealed 5th; al-Baqara (#2) 87th; al-Alaq ('Read!', 1st revealed) sits at 96; al-Tawba (last) at 9. Position encodes no timeline.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whole mushaf, longest-first</a:t>
            </a:r>
          </a:p>
        </p:txBody>
      </p:sp>
      <p:pic>
        <p:nvPicPr>
          <p:cNvPr id="4" name="Picture 3" descr="mo_lenby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length profile descends across the codex, with al-Fatiha the short opening exception. Longest-first is a tendency, not an absolute law.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thematic order, not a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canonical order is essentially non-chronological (corr -0.41) and graded by descending length (corr -0.75), clustering the short early-Meccan suras at the very end. The data shows the SHAPE - longest-first; the REASON (a prophet-directed, liturgical arrangement) lies outside the text and is a narrated, historical claim, not a computed one.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codex maps WHAT the order is; it declines to compute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early-revealed short suras cluster late</a:t>
            </a:r>
          </a:p>
        </p:txBody>
      </p:sp>
      <p:pic>
        <p:nvPicPr>
          <p:cNvPr id="4" name="Picture 3" descr="mo_nuzby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short, early-Meccan suras are gathered at the END of the codex - the opposite of chronological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Length, not time, drives placement</a:t>
            </a:r>
          </a:p>
        </p:txBody>
      </p:sp>
      <p:pic>
        <p:nvPicPr>
          <p:cNvPr id="4" name="Picture 3" descr="mo_lenn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length shows no clean trend with revelation order; the codex is sorted by size, and the timeline is scrambled within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What, not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Revealed over ~23 yrs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chronology exists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Codex sorts by length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longest-first gradient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 is thematic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narrated, liturgical - outside the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data gives the shape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longest-first, non-chronological; the reason is a historical, narrated claim we do not compute.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Length is a tendency, not a law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al-Fatiha is short yet first - an opening, not the longest. 'Longest-first' is strong but imperfect.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Revelation order is narrated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timeline comes from sira and ahadith, only at the sura level (Meccan/Medinan verses mix within a sura) - so the chronology itself is an approximation.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Correlations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position-revelation -0.41, position-length -0.75.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Quarter trend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avg length 118-&gt;10 ayat.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Landmarks placed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al-Alaq 1st-&gt;#96; al-Tawba last-&gt;#9.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Sura-level only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 rank is per-sura, narrated, not computed.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 locate structure; they do not settle theology or 'why'.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revelation-order index; sura lengths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correlations, quarter-averages, landmarks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scatter plots, quarter bars, length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96:1   اقْرَأْ بِاسْمِ رَبِّك الَّذِي خَلَقَ   -  FIRST revealed — at mushaf position 96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9:1   بَرَاءةٌ مِّنَ اللّهِ وَرَسُولِهِ إِلَى الَّذِينَ عَاهَدتُّم مِّنَ   -  al-Tawba #9 — revealed LAST (114th)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codex sorted by size, not by time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Qur'an's order is non-chronological (corr -0.41) and graded by descending length (corr -0.75).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first revealed sura sits at position 96; the last, at 9; the short early-Meccan suras are gathered at the end.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We map WHAT the order is - longest-first - and decline to compute WHY (a narrated, liturgical reason). Presented from the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position-revelation corr -0.41; position-length corr -0.75; quarter avg length 118/61/29/10.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graded by descending length; non-chronological; short early-Meccan suras placed last; reason is narrated, not computed.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