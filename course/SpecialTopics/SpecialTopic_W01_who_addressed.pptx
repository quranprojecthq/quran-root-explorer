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frequency &amp; address, Week 1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 does the Qur'an address?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Everyone, one community, or its opponents? - read from the vocatives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the Qur'an speaking to all humanity, to a community, or to its critics? We separate MENTION (named anywhere) from ADDRESS (the vocative 'O ...!'), and a fixed identity (a noun) from an ongoing act (a verb), then read the speech frame ('Say!' vs 'they said').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Book6; vocative openings are detected from the tokenized text and are reproducible.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question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Does the Qur'an address everyone, a community, or opponents - and as fixed identities or ongoing acts?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the vocative 'O ...!' openings by addressee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separate mention (named) from address (called)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track the dialogue frame - 'Say!' (qul)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vocative goes to the believing community</a:t>
            </a:r>
          </a:p>
        </p:txBody>
      </p:sp>
      <p:pic>
        <p:nvPicPr>
          <p:cNvPr id="4" name="Picture 3" descr="wa_v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direct 'O ...!' openings: believers 97, mankind 25, the Prophet 21. The primary addressee is the community of faith.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Universal frame - 'O mankind'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49:13   يَا أَيُّهَا النَّاسُ إِنَّا خَلَقْنَاكُم مِّن ذَكرٍ وَأُنثَى   -  O mankind (universal)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2:21   يَا أَيُّهَا النَّاسُ اعْبُدُواْ رَبَّكُمُ الَّذِي خَلَقَكُمْ وَالَّذِينَ   -  O mankind — worship your Lord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3:64   قُلْ يَا أَهْلَ الْكِتَابِ تَعَالَوْاْ إِلَى كلَمَةٍ سَوَاء   -  O People of the 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addressee fields, by size</a:t>
            </a:r>
          </a:p>
        </p:txBody>
      </p:sp>
      <p:pic>
        <p:nvPicPr>
          <p:cNvPr id="4" name="Picture 3" descr="wa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faith (723), disbelief (465), mankind (0) and prophet (0) fields: a universal frame around a community focus.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Identity AND act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believers and disbelievers are each named both as a settled NOUN and an ongoing VERB - faith (723) and denial (465) are processes, not only labels.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Addressed in-community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vocative goes to believers 97 times, mankind only 25, the Prophet 21 - a community focus inside a universal frame.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49"/>
              </a:spcAft>
            </a:pPr>
            <a:r>
              <a:rPr sz="24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Staged as dialogue</a:t>
            </a:r>
          </a:p>
          <a:p>
            <a:pPr algn="l">
              <a:spcAft>
                <a:spcPts val="154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'Say!' (qul) opens 349 replies - a scripted back-and-forth, not a monologue.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Mention is not address</a:t>
            </a:r>
          </a:p>
        </p:txBody>
      </p:sp>
      <p:pic>
        <p:nvPicPr>
          <p:cNvPr id="4" name="Picture 3" descr="wa_m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'mankind' is NAMED 225 times but directly CALLED only 25. Counting mentions would overstate the universal address.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Community focus, and the dialogue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7"/>
              </a:spcAft>
            </a:pPr>
            <a:r>
              <a:rPr sz="25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77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5:1   يَا أَيُّهَا الَّذِينَ آمَنُواْ أَوْفُواْ بِالْعُقُودِ أُحِلَّتْ   -  O you who believe (community)</a:t>
            </a:r>
          </a:p>
          <a:p>
            <a:pPr algn="l">
              <a:spcAft>
                <a:spcPts val="1177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2:104   يَا أَيُّهَا الَّذِينَ آمَنُواْ لاَ تَقُولُواْ رَاعِنَا   -  O you who believe — address</a:t>
            </a:r>
          </a:p>
          <a:p>
            <a:pPr algn="l">
              <a:spcAft>
                <a:spcPts val="1177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112:1   قُلْ هُوَ اللَّهُ أَحَدٌ   -  “Say!” — God scripts the Prophet</a:t>
            </a:r>
          </a:p>
          <a:p>
            <a:pPr algn="l">
              <a:spcAft>
                <a:spcPts val="1177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109:1   قُلْ يَا أَيُّهَا الْكافِرُونَ   -  “Say: O disbelievers”</a:t>
            </a:r>
          </a:p>
          <a:p>
            <a:pPr algn="l">
              <a:spcAft>
                <a:spcPts val="1177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2:11   وَإِذَا قِيلَ لَهُمْ لاَ تُفْسِدُواْ فِي الأَرْضِ قَالُواْ إِنَّمَا   -  “they said” — quoted objection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faith-root across the corpus</a:t>
            </a:r>
          </a:p>
        </p:txBody>
      </p:sp>
      <p:pic>
        <p:nvPicPr>
          <p:cNvPr id="4" name="Picture 3" descr="wa_amn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44"/>
              </a:spcAft>
            </a:pPr>
            <a:r>
              <a:rPr sz="16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faith-root is densest in the Medinan community sūras, thinning in the short Meccan 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Believers and disbelievers across the revelation</a:t>
            </a:r>
          </a:p>
        </p:txBody>
      </p:sp>
      <p:pic>
        <p:nvPicPr>
          <p:cNvPr id="4" name="Picture 3" descr="wa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both groups are addressed across periods; the believing-community focus sharpens in the Medinan suras.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community address inside a universal frame, in dialogue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primary addressee is the believing community (most vocatives), set inside a universal frame: 'mankind' is named hundreds of times but directly called far less. And it is a scripted dialogue - God tells the Prophet 'Say!' and quotes opponents 'they said.' Mention is not address: counting names alone would overstate the universal reach; the vocative reveals the real focus.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universal frame, a community focus, a dialogue form - all three at once.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scripted dialogue</a:t>
            </a:r>
          </a:p>
        </p:txBody>
      </p:sp>
      <p:pic>
        <p:nvPicPr>
          <p:cNvPr id="4" name="Picture 3" descr="wa_dialo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'Say!' (qul) opens speech 349 times: the text is staged as a back-and-forth, God instructing the Prophet to answer.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Direct address, by group</a:t>
            </a:r>
          </a:p>
        </p:txBody>
      </p:sp>
      <p:pic>
        <p:nvPicPr>
          <p:cNvPr id="4" name="Picture 3" descr="wa_voc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of all 'O ...!' openings, the believing community dominates (97), inside a universal frame ('O mankind' 25).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Frame, focus,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Universal frame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'O mankind' - all are in view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Community focus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vocatives -&gt; believers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Dialogue form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'Say!' - a staged reply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things at once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universal address, a community focus, and a dialogue - the vocatives reveal the real centre of gravity.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Mention != address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'mankind' is named 225 times but called only 25; reading mentions as address inflates the universal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Noun and verb must be split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collapsing 'those who came to believe' into 'the believers' erases the act-vs-identity distinction; root + surface + morphology keep them apart.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Vocatives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believers 97, mankind 25, Prophet 21.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Mention vs address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mankind named 225, called 25.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Dialogue frame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'Say!' opens 349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Tokenized detection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vocatives read from tokenized text; small boundary variation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 and co-occurrence locate meaning; they do not settle theology.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addressee roots; vocative openings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field size, mention vs address, dialogue frame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vocative bars, field bars, timeline, sura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49:13   يَا أَيُّهَا النَّاسُ إِنَّا خَلَقْنَاكُم مِّن ذَكرٍ وَأُنثَى   -  O mankind (universal)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2:21   يَا أَيُّهَا النَّاسُ اعْبُدُواْ رَبَّكُمُ الَّذِي خَلَقَكُمْ وَالَّذِينَ   -  O mankind — worship your Lord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3:64   قُلْ يَا أَهْلَ الْكِتَابِ تَعَالَوْاْ إِلَى كلَمَةٍ سَوَاء   -  O People of the Book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community address, inside a universal frame, in dialogue</a:t>
            </a:r>
          </a:p>
          <a:p>
            <a:pPr algn="l">
              <a:spcAft>
                <a:spcPts val="1692"/>
              </a:spcAft>
            </a:pPr>
            <a:r>
              <a:rPr sz="27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Qur'an's primary addressee is the believing community, addressed directly far more than mankind at large.</a:t>
            </a:r>
          </a:p>
          <a:p>
            <a:pPr algn="l">
              <a:spcAft>
                <a:spcPts val="1692"/>
              </a:spcAft>
            </a:pPr>
            <a:r>
              <a:rPr sz="27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Yet the frame is universal ('O mankind') and the form is dialogue ('Say!' 349 times). Faith and denial are named as both acts and identities.</a:t>
            </a:r>
          </a:p>
          <a:p>
            <a:pPr algn="l">
              <a:spcAft>
                <a:spcPts val="1692"/>
              </a:spcAft>
            </a:pPr>
            <a:r>
              <a:rPr sz="27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Mention is not address - the vocatives, not the name-counts, reveal the focus.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vocatives: believers 97, mankind 25, Prophet 21; mankind named 225; 'Say!' 349; faith-field 723, disbelief 465.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community focus inside a universal frame, staged as dialogue; identity and act both named.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