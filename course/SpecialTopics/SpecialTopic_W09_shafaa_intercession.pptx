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intercession, Week 9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Is intercession denied or affirmed? (shafaa)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70"/>
              </a:spcAft>
            </a:pPr>
            <a:r>
              <a:rPr sz="25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 apparent contradiction that dissolves on one qualifier</a:t>
            </a:r>
          </a:p>
          <a:p>
            <a:pPr algn="l">
              <a:spcAft>
                <a:spcPts val="1270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Some verses say no intercession will help; others speak of intercession 'by His leave.' A contradiction - or two halves of one rule? We read the intercession-root (26 occurrences) by type: independent intercession (denied) vs God-permitted intercession (affirmed).</a:t>
            </a:r>
          </a:p>
          <a:p>
            <a:pPr algn="l">
              <a:spcAft>
                <a:spcPts val="1270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root-count recomputes from Book6 and reproduces exactly (26); the qualifier co-occurrence is computed.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claim to test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Do the 'no intercession' and 'intercession by His leave' verses contradict, or form one conditioned rule?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12"/>
              </a:spcAft>
            </a:pPr>
            <a:r>
              <a:rPr sz="2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the intercession-root by type: independent (denied) vs God-permitted (affirmed)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count where the qualifier 'by His leave' (idhn) appears with it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let the conditional clause work with the negation, not against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sets of verses, one rule</a:t>
            </a:r>
          </a:p>
        </p:txBody>
      </p:sp>
      <p:pic>
        <p:nvPicPr>
          <p:cNvPr id="4" name="Picture 3" descr="sh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'denied' verses reject autonomous intercession; the 'permitted' ones add the qualifier 'by His leave' (5 co-occurrences with idhn). Two halves, not a contradiction.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Denied as an independent power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2:48   وَاتَّقُواْ يَوْماً لاَّ تَجْزِي نَفْسٌ عَن نَّفْسٍ شَيْئاً وَلاَ   -  no intercession will avail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2:254   يَا أَيُّهَا الَّذِينَ آمَنُواْ أَنفِقُواْ مِمَّا رَزَقْنَاكُم مِّن قَبْلِ أَن   -  a Day with no intercession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root and its qualifier</a:t>
            </a:r>
          </a:p>
        </p:txBody>
      </p:sp>
      <p:pic>
        <p:nvPicPr>
          <p:cNvPr id="4" name="Picture 3" descr="sh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31654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intercession appears in 26 ayat; in 5 of them it is explicitly conditioned by 'His leave' (idhn) - the clause that reconciles the 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Denied as INDEPENDENT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 autonomous broker can override the verdict - 'no intercession is accepted' (2:48).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Permitted BY HIS LEAVE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intercession exists, but only as God permits - 'except by His leave' (2:255); 5 ayat carry the qualifier.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Belongs WHOLLY to God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'Say: intercession belongs altogether to God' (39:44) - the power is His to grant, never a rival authority.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conditional clause does the work</a:t>
            </a:r>
          </a:p>
        </p:txBody>
      </p:sp>
      <p:pic>
        <p:nvPicPr>
          <p:cNvPr id="4" name="Picture 3" descr="sh_co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intercession (26) is denied as a power, permitted by leave (5), and declared to 'belong wholly to God' (39:44) - never a rival authority.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Only by His leave; wholly God's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2:255   اللّهُ لاَ إِلَهَ إِلاَّ هُوَ الْحَيُّ الْقَيُّومُ لاَ تَأْخُذُهُ سِنَةٌ وَلاَ نَوْمٌ   -  “who intercedes except by His leave?”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10:3   إِنَّ رَبَّكُمُ اللّهُ الَّذِي خَلَقَ السَّمَاوَاتِ وَالأَرْضَ فِي سِتَّةِ أَيَّامٍ   -  “no intercessor except after His leave”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39:44   قُل لِّلَّهِ الشَّفَاعَةُ جَمِيعًا لَّهُ مُلْكُ   -  “intercession belongs wholly to God”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21:28   يَعْلَمُ مَا بَيْنَ أَيْدِيهِمْ وَمَا خَلْفَهُمْ وَلَا يَشْفَعُونَ إِلَّا   -  “they intercede only for whom He approves”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Intercession across the corpus</a:t>
            </a:r>
          </a:p>
        </p:txBody>
      </p:sp>
      <p:pic>
        <p:nvPicPr>
          <p:cNvPr id="4" name="Picture 3" descr="sh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75"/>
              </a:spcAft>
            </a:pPr>
            <a:r>
              <a:rPr sz="17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intercession verses cluster in the eschatology passages (the Day, the reckoning).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revelation</a:t>
            </a:r>
          </a:p>
        </p:txBody>
      </p:sp>
      <p:pic>
        <p:nvPicPr>
          <p:cNvPr id="4" name="Picture 3" descr="sh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57"/>
              </a:spcAft>
            </a:pPr>
            <a:r>
              <a:rPr sz="1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intercession-root runs across periods; the conditioned rule is consistent throughout.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Not a contradiction - a single conditioned rule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two sets are reconciled by one qualifier. Intercession is denied as an INDEPENDENT power and affirmed only as GOD-PERMITTED - 'by His leave' (5 ayat), 'belongs wholly to God' (39:44). The apparent contradiction dissolves once the conditional clause is read WITH the negation, not against it. Whether anyone in fact receives that leave - and who - is the interpretive question the count does not settle.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Reading the 'no intercession' verses absolutely (ignoring 'except by His leave') is the classic audit failure.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Not a contradiction</a:t>
            </a:r>
          </a:p>
        </p:txBody>
      </p:sp>
      <p:pic>
        <p:nvPicPr>
          <p:cNvPr id="4" name="Picture 3" descr="sh_resol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reading the 'no intercession' verses absolutely IGNORES 'except by His leave' (5); the apparent contradiction dissolves once the qualifier is read WITH the negation.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Denied, permitted, or God's</a:t>
            </a:r>
          </a:p>
        </p:txBody>
      </p:sp>
      <p:pic>
        <p:nvPicPr>
          <p:cNvPr id="4" name="Picture 3" descr="sh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710062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verses sort into: denied as an independent power, permitted by His leave, and belonging wholly to God - one conditioned rule with three faces.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One rule, two halves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Denied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 independent broker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+ Qualifier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'except by His leave'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= One rule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intercession belongs wholly to God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qualifier reconciles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read 'except by His leave' WITH the negation and the contradiction dissolves.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count does not settle 'who'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whether anyone in fact receives that leave - and who - is the interpretive question the data leaves open.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Absolute reading is the audit failure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treating 'no intercession' as unconditional ignores the explicit qualifier in the same corpus - the classic cherry-pick.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Root counted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26 occurrences (reproduces exactly).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Qualifier computed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'by His leave' co-occurs 5 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Reconciled by one clause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denied independent + permitted by leave = one rule.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'Who receives leave' open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count does not settle that.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64"/>
              </a:spcAft>
            </a:pPr>
            <a:r>
              <a:rPr sz="24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64"/>
              </a:spcAft>
            </a:pPr>
            <a:r>
              <a:rPr sz="22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counts/co-occurrence locate structure; theology is not settled by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intercession-root; the qualifier idhn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type split, qualifier co-occurrence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split bars, qualifier bar, sura map, donut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2:48   وَاتَّقُواْ يَوْماً لاَّ تَجْزِي نَفْسٌ عَن نَّفْسٍ شَيْئاً وَلاَ   -  no intercession will avail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2:254   يَا أَيُّهَا الَّذِينَ آمَنُواْ أَنفِقُواْ مِمَّا رَزَقْنَاكُم مِّن قَبْلِ أَن   -  a Day with no intercession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conditioned rule, not a contradiction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Intercession (26 ayat) is denied as an independent power and affirmed only 'by His leave' (5).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'Belongs wholly to God' (39:44) - the power is His to grant, never a rival authority.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contradiction dissolves on the qualifier; whether anyone receives leave is interpretive.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intercession-root 26; 'by His leave' co-occurs 5; 'wholly God's' (39:44).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denied as independent, permitted by His leave, wholly God's - one conditioned rule; reading absolutely is the audit failure.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