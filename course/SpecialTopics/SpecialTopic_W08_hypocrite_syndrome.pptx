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motif support, Week 8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hypocrite syndrome - a motif, and its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vivid three-part portrait that rests on only three verses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paints the hypocrite (munafiq) with a recurring cluster - a diseased heart and deception. Is the full three-part motif as solid as it feels? We sense-filter the root to the hypocrite forms (not 'spending'), count the pairwise links and the full trio, and read each one's verse-SUPPORT.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 and reproduce exactly; only the munafiq forms of the root are counted.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hypocrite's 'diseased-heart + deception' motif a tight three-part formula, or a thin trio dressed as 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sense-filter the root to the hypocrite forms (not 'spending')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each pairwise link and the full trio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verse-SUPPORT - a vivid motif on few verses is fragile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Strong as pairs</a:t>
            </a:r>
          </a:p>
        </p:txBody>
      </p:sp>
      <p:pic>
        <p:nvPicPr>
          <p:cNvPr id="4" name="Picture 3" descr="hp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hypocrisy clusters with a diseased heart and deceit: heart+disease 12 ('in their hearts a disease'), hypocrisy+heart 9, hypocrisy+lying 3, hypocrisy+deception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diseased heart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2:10   فِي قُلُوبِهِم مَّرَضٌ فَزَادَهُمُ اللّهُ مَرَضاً   -  “in their hearts is a disease”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8:49   إِذْ يَقُولُ الْمُنَافِقُونَ وَالَّذِينَ فِي قُلُوبِهِم مَّرَضٌ غَرَّ هَؤُلاء   -  “in whose hearts is a disease” (munāfiqūn)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Thin as a trio</a:t>
            </a:r>
          </a:p>
        </p:txBody>
      </p:sp>
      <p:pic>
        <p:nvPicPr>
          <p:cNvPr id="4" name="Picture 3" descr="hp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strongest pair (heart+disease, 12) is robust, but the COMPLETE munafiq+heart+disease motif holds in only 3 verses - strong as a theme, slim as a trio.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real pairwise syndrome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hypocrisy clusters with a diseased heart (9) and the heart with disease (12) - a genuine, well-supported motif.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But a thin trio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complete three-part motif (hypocrite + heart + disease) holds in only 3 verses - slim as a tight formula.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Support, not vividness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vivid motif on 3 verses is fragile; a leave-one-out would shake it - read the base, not the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Hypocrisy across the corpus</a:t>
            </a:r>
          </a:p>
        </p:txBody>
      </p:sp>
      <p:pic>
        <p:nvPicPr>
          <p:cNvPr id="4" name="Picture 3" descr="hp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36"/>
              </a:spcAft>
            </a:pPr>
            <a:r>
              <a:rPr sz="16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hypocrite forms cluster in the Medinan community suras (al-Baqara, an-Nisa, al-Munafiqun).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Deception, and they lie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4:142   إِنَّ الْمُنَافِقِينَ يُخَادِعُونَ اللّهَ وَهُوَ خَادِعُهُمْ وَإِذَا   -  the hypocrites seek to deceive God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63:1   إِذَا جَاءك الْمُنَافِقُونَ قَالُوا نَشْهَدُ إِنَّك لَرَسُولُ اللَّهِ   -  “the hypocrites… God knows they lie”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hp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hypocrisy-root is concentrated in the Medinan period, when the community faced internal dissent.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the support</a:t>
            </a:r>
          </a:p>
        </p:txBody>
      </p:sp>
      <p:pic>
        <p:nvPicPr>
          <p:cNvPr id="4" name="Picture 3" descr="hp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links weaken as they specialize: 12 -&gt; 9 -&gt; 3 -&gt; 1 -&gt; 3. The motif is real but its tightest form rests on little.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portrait is real; its tightest form rests on little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hypocrite is drawn as heart-diseased and deceptive - a robust PAIRWISE syndrome (heart+disease 12, hypocrisy+heart 9) but a thin TRIO (3 verses). So the portrait is genuine; quoting it as a tight three-part formula overstates a 3-verse base. Support, not vividness, decides - the exact Week-8 caution.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root is polysemous (spend vs hypocrite) - only the munafiq forms were counted.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Hypocrisy and the heart attract</a:t>
            </a:r>
          </a:p>
        </p:txBody>
      </p:sp>
      <p:pic>
        <p:nvPicPr>
          <p:cNvPr id="4" name="Picture 3" descr="hp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7"/>
              </a:spcAft>
            </a:pPr>
            <a:r>
              <a:rPr sz="1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hypocrisy and 'heart' co-occur at 4.2x chance (9 ayat): the pairwise syndrome is genuine.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field and its links</a:t>
            </a:r>
          </a:p>
        </p:txBody>
      </p:sp>
      <p:pic>
        <p:nvPicPr>
          <p:cNvPr id="4" name="Picture 3" descr="hp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0"/>
              </a:spcAft>
            </a:pPr>
            <a:r>
              <a:rPr sz="16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hypocrite-field (86) supports strong pairs but a 3-verse trio - vividness is not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Vivid, but read the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Pairs strong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heart+disease, nifaq+heart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Trio thin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only 3 verses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Verdict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support, not vividness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portrait is real; the formula is fragile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3-verse trio wobbles under leave-one-out - the Week-8 caution.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3-verse trio is fragile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only 3 supporting verses, a leave-one-out would shake the trio - vividness must not be mistaken for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Sense-filtering is load-bearing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root also means 'to spend' (infaq); only the hypocrite forms were counted, or the field would balloon with charity verses.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Pairs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heart-disease 12, nifaq-heart 9, nifaq-lying 3, nifaq-deception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Trio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full motif = 3 verses.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Lift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nifaq-heart 4.2x chance.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Thin trio wobbles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3-verse base is fragile under leave-one-out.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hypocrite forms (sense-filtered); cluster roots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pairwise &amp; trio co-occurrence; support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pairwise bars, trio bar, support ladder,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2:10   فِي قُلُوبِهِم مَّرَضٌ فَزَادَهُمُ اللّهُ مَرَضاً   -  “in their hearts is a disease”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8:49   إِذْ يَقُولُ الْمُنَافِقُونَ وَالَّذِينَ فِي قُلُوبِهِم مَّرَضٌ غَرَّ هَؤُلاء   -  “in whose hearts is a disease” (munāfiqūn)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genuine portrait, a fragile formula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hypocrite-syndrome is real as PAIRS (heart+disease 12, hypocrisy+heart 9) but thin as a TRIO (3 verses).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Quoting it as a tight three-part formula overstates a 3-verse base - a leave-one-out would shake it.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Support, not vividness, decides; only the munafiq forms were counted.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hypocrite-field 86; heart.disease 12, nifaq.heart 9 (4.2x), nifaq.lying 3, nifaq.deception 1; full trio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strong pairwise syndrome, thin 3-verse trio; read support not vividness; sense-filter spend vs hypocrite.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