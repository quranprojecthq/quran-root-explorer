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Closer Look  #2  —  localized warnings, or woven throughout?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4173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CLAIM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“The Qur’an localizes the negative — warnings, punishment — in certain surahs, and weaves the positive — mercy, guidance — throughout.”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88920"/>
            <a:ext cx="11201400" cy="2697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91440" bIns="91440"/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WE MEASURE SPREAD  (two ways)</a:t>
            </a:r>
          </a:p>
          <a:p>
            <a:pPr algn="l">
              <a:spcAft>
                <a:spcPts val="11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BREADTH — in how many of the 114 surahs a root appears.</a:t>
            </a:r>
          </a:p>
          <a:p>
            <a:pPr algn="l">
              <a:spcAft>
                <a:spcPts val="11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CONCENTRATION — the Gini of a root’s per-1,000-root-token density across surahs (size-true).</a:t>
            </a:r>
          </a:p>
          <a:p>
            <a:pPr algn="l">
              <a:spcAft>
                <a:spcPts val="11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Key: breadth rises with how frequent a root is; Gini does not. So concentration is the fair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68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An intuition about spread. Measure it size-true — then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Test — concentration, measured size-true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Gini of per-1,000-root-token density for 12 positive vs 12 negative roots — groups compared (Mann-Whitney).</a:t>
            </a:r>
          </a:p>
        </p:txBody>
      </p:sp>
      <p:pic>
        <p:nvPicPr>
          <p:cNvPr id="5" name="Picture 4" descr="fig_cl2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10241280" cy="31583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claim fails. Positive and negative concepts are equally concentrated — median Gini 0.43 vs 0.42, p = 0.77 (no difference).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positive only looks “more everywhere” because it is more frequent: breadth (49 vs 34 surahs) tracks frequency, not even spread.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ADCFC"/>
                </a:solidFill>
                <a:latin typeface="Calibri"/>
                <a:cs typeface="Calibri"/>
                <a:ea typeface="Calibri"/>
              </a:rPr>
              <a:t>LESSON #2</a:t>
            </a:r>
          </a:p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Widespread is not evenly spread: breadth rides on frequency. Judge concentration with a size-true statistic before reading “localized vs woven” into the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Lesson #2 of 10 — collected toward the Week-10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