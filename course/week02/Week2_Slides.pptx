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E9D8C"/>
                </a:solidFill>
                <a:latin typeface="Georgia"/>
                <a:cs typeface="Georgia"/>
                <a:ea typeface="Georgia"/>
              </a:rPr>
              <a:t>WEEK 2</a:t>
            </a:r>
          </a:p>
          <a:p>
            <a:pPr>
              <a:spcAft>
                <a:spcPts val="800"/>
              </a:spcAft>
            </a:pPr>
            <a:r>
              <a:rPr sz="42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Distribution &amp; Concentration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Where a root lives, and how unevenly — measured size-true (per 1,000 root-tokens).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Frequency told us HOW MUCH; today we ask WHERE.  Worked root: ظلم.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Every value computed from Book6 (6,236 ayahs · 114 surahs).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Recap, and today's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1 — how MUCH a root is named  (frequency).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total, though, is silent about geography.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roots can have nearly the same count and live completely differently: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one woven through the whole Qur'an,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the other pooled in a few surahs.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Today — WHERE does a root sit, and how evenly is it spread?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new lenses:  BREADTH (reach)  and  CONCENTRATION (inequality).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How much is not where — presence has a geography.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Worked root: ظلم (injustice).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distribution &amp; concentration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DISTRIBUTION — how a root's occurrences spread across the 114 surahs.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CONCENTRATION — how unevenly they pile up.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Like a population map: is the root spread evenly across the country,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or crowded into two or three cities?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Take the per-surah counts — a vector across 114 surahs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(the same vector idea from Week 1) — and summarize its spread and inequality.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BREADTH = reach (how many surahs).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CONCENTRATION = inequality (how pooled).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ظلم's 290 ayahs fall across 59 surahs — and not evenly: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its three busiest surahs alone hold 21.7%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Breadth — in how many of the 114 surahs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crudest, most intuitive measure of reach: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many surahs contain the root at all?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•  Narrow:  عسر (hardship) — 9 surahs.  رشد (right guidance) — 9.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Broad:  كفر (disbelief) — 77.  علم (knowledge) — 85.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Reach is NOT predicted by frequency: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rare root can be wide; a frequent root can be narrow.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Breadth is reach, not amount.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But breadth alone can't tell an even spread from a lumpy one —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for that we need concentration.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Concentration — Lorenz, Gini, top-3 share</a:t>
            </a:r>
          </a:p>
        </p:txBody>
      </p:sp>
      <p:pic>
        <p:nvPicPr>
          <p:cNvPr id="4" name="Picture 3" descr="fig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5212080" cy="4106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25880"/>
            <a:ext cx="61264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roots of equal breadth can be evenly spread OR pooled in one surah.</a:t>
            </a:r>
          </a:p>
          <a:p>
            <a:pPr>
              <a:spcAft>
                <a:spcPts val="600"/>
              </a:spcAft>
            </a:pPr>
            <a:r>
              <a:rPr sz="175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Three ways to capture it: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top-3 share — the intuitive one.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the Lorenz curve — the picture; the harder it bows, the more unequal.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the Gini — one number, 0 (even) → 1 (all in one surah).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app computes the Gini; we read it, we don't hand-calculate it.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رشد: Gini 0.95, only 9 surahs — concentrated.</a:t>
            </a:r>
          </a:p>
          <a:p>
            <a:pPr>
              <a:spcAft>
                <a:spcPts val="600"/>
              </a:spcAft>
            </a:pPr>
            <a:r>
              <a:rPr sz="175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كفر: Gini 0.69, 77 surahs — spread.</a:t>
            </a:r>
          </a:p>
          <a:p>
            <a:pPr>
              <a:spcAft>
                <a:spcPts val="600"/>
              </a:spcAft>
            </a:pPr>
            <a:r>
              <a:rPr sz="17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Concentration is NOT importance.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home surah — two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Which surah is a root's “home”? Two traps stack.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TRAP 1 — the surah with the most raw hits is usually just the LONGEST.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al-Baqara has 286 ayahs — the biggest store gets the most foot traffic,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regardless of how good it is. It tops nearly every root's raw count.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TRAP 2 — dividing by the surah's AYAH count is STILL wrong.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Ayahs vary in length too: a surah of long verses has more room in each.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 — normalize by ROOT-TOKENS: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root's tokens in the surah ÷ the surah's total root-tokens × 1,000.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Measure crowd density per square metre, not per building.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Normalize by ROOT-TOKENS, not ayahs</a:t>
            </a:r>
          </a:p>
        </p:txBody>
      </p:sp>
      <p:pic>
        <p:nvPicPr>
          <p:cNvPr id="4" name="Picture 3" descr="fig_normalizat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10515600" cy="3478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3444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ṣabr (صبر): the “home” changes at EVERY level of normalization 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•  RAW (ayah-hits)  →  al-Baqara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per AYAH  →  al-Kahf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per ROOT-TOKENS (size-true)  →  at-Tur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different surahs. Only per-root-tokens is size-true 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ayahs are no more equal than surahs.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ẓulm: the home moves once you normalize</a:t>
            </a:r>
          </a:p>
        </p:txBody>
      </p:sp>
      <p:pic>
        <p:nvPicPr>
          <p:cNvPr id="4" name="Picture 3" descr="fig_home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105156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Raw busiest surah for ظلم: al-Baqara (27 hits) —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but only because al-Baqara is the longest surah in the Qur'an.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Size-true home: Ibrahim, at 15.8 per 1,000 root-tokens.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al-Baqara drops to mid-pack once you correct for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headline — the length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Take the 50 most frequent roots. Their raw busiest surah is al-Baqara for…</a:t>
            </a:r>
          </a:p>
          <a:p>
            <a:pPr>
              <a:spcAft>
                <a:spcPts val="1100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RAW:  30 of 50.</a:t>
            </a:r>
          </a:p>
          <a:p>
            <a:pPr>
              <a:spcAft>
                <a:spcPts val="1100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Size-true (per root-tokens):  0 of 50.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single longest surah masquerades as everyone's home —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and normalizing dethrones it completely.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And per-ayah ≠ per-roots — they don't always agree (recall ṣabr).</a:t>
            </a:r>
          </a:p>
          <a:p>
            <a:pPr>
              <a:spcAft>
                <a:spcPts val="1100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Trust per-root-tokens.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support floor — small-sample reliability</a:t>
            </a:r>
          </a:p>
        </p:txBody>
      </p:sp>
      <p:pic>
        <p:nvPicPr>
          <p:cNvPr id="4" name="Picture 3" descr="fig_support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212080" cy="2796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tiny surah can post a sky-high density off just one or two tokens.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عسر's highest prevalence is in ash-Sharh 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2 tokens in 16 = 125 per 1k — but that's noise, not a home.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FLOOR: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 ≥ 3 in the surah AND surah ≥ 30 root-tokens.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If no surah qualifies → report “insufficient support.”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عسر has NO reliable home surah.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 rate from too little data is a guess.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size-true rule (locked)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Normalize density to per 1,000 ROOT-TOKENS — at every level.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4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Never by ayah-count.  Never by surah-count.  Never raw.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Because containers — ayahs and surahs alike — vary in size.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It is the same discipline as Week 1's per-1,000-roots rate,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now applied inside a surah.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distribution does — and doesn't —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GIVES: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a root's geography — where it lives.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size-true density (per root-tokens).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broad vs pooled — the shape of its presence.</a:t>
            </a:r>
          </a:p>
          <a:p>
            <a:pPr>
              <a:spcAft>
                <a:spcPts val="900"/>
              </a:spcAft>
            </a:pPr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Does NOT give: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importance — concentration is not centrality.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which roots travel together — that is Weeks 3 onward.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كفر across 77 surahs is a pervasive THEME — not the most “central” root.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pair every distribution number with a labeled reading.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two-sentence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FACT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“ظلم spans 59 surahs (Gini 0.74); its size-true home is Ibrahim at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15.8 per 1,000 root-tokens — not al-Baqara, which leads on raw count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only because it is the longest surah.”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INTERPRETATION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“I read ظلم as a whole-Qur'an concern, not the topic of one surah.”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 classmate should tell instantly which sentence is fact and which is yours.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This week's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 1 — by hand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Take your root's raw-busiest surah and its size-true home candidate.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Compute each one's per-1,000-root-tokens prevalence.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Apply the support floor (count ≥ 3, surah ≥ 30 tokens); name the home.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 2 — in the app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Record breadth, top-3 share, Gini; confirm your size-true home.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One screenshot; one fact + one labeled interpretation.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Submit the night before class — it gates the debrief.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a root lives is a size-true, support-checked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1124712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Never its raw busiest surah.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Frequency told us how much; distribution now tells us where —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once we refuse to let the longest surah win by length alone.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Next week — partners &amp; forms: which roots a root travels with,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and the morphological shapes it wears.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