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E9D8C"/>
                </a:solidFill>
                <a:latin typeface="Georgia"/>
                <a:cs typeface="Georgia"/>
                <a:ea typeface="Georgia"/>
              </a:rPr>
              <a:t>WEEK 4</a:t>
            </a:r>
          </a:p>
          <a:p>
            <a:pPr>
              <a:spcAft>
                <a:spcPts val="800"/>
              </a:spcAft>
            </a:pPr>
            <a:r>
              <a:rPr sz="46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Co-occurrence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Which root shares the most ayahs with a target — and why the raw count fools us.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Our first PAIR measure and first FIND task.  Worked target: صلو (prayer).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Every value computed from Book6 (6,236 ayahs).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Recap, and today's new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Week 1 — how MUCH a root is named  (frequency).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Week 2 — WHERE it sits and how it spreads  (distribution).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Week 3 — what SHAPE it wears and who it keeps company with  (forms &amp; partners).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Today — our first PAIR measure: how often do two roots share an ayah?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And our first FIND task: among several candidates, which shares the MOST with a target?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catch: ranking by the raw shared count is not just imperfect — it is systematically WRONG.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 is like ranking your friendships by who appears in the most of your photos —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winner is whoever is in EVERY photo, not your closest friend.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Worked target: صلو (prayer). By the end you will know its true closest companion.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Counting shared ayahs — the joint count</a:t>
            </a:r>
          </a:p>
        </p:txBody>
      </p:sp>
      <p:pic>
        <p:nvPicPr>
          <p:cNvPr id="4" name="Picture 3" descr="fig_cooccurrence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120640" cy="2944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280160"/>
            <a:ext cx="60350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Co-occurrence = ayahs that contain BOTH roots.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The overlap of two circles in a Venn diagram.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صلو (prayer): 90 ayahs.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زكو (zakat): 56 ayahs.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Shared by both: 28 ayahs.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Deliberately blunt: we ignore WHERE in the verse they sit, or their grammar —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only that both are present.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It is the rawest notion of “together.” We sharpen it next.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This is the ingredient — not yet the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Raw co-occurrence with prayer</a:t>
            </a:r>
          </a:p>
        </p:txBody>
      </p:sp>
      <p:pic>
        <p:nvPicPr>
          <p:cNvPr id="4" name="Picture 3" descr="fig_raw_j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5303520" cy="29308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280160"/>
            <a:ext cx="61264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Rank صلو's candidates by raw shared ayahs: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قوم (establish) — 52   (appears in 597 ayahs)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ءله (God) — 44   (appears in 1,879 ayahs)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زكو (zakat) — 28   (appears in only 56)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ءتي (give) — 27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Raw says prayer's companion is “establish” or “God.”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Unremarkable — and, it turns out, an artefact of counting.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Notice: the raw leaders are the roots that appear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almost everywhere. That is the clue to the trap.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the raw count misleads — the frequency confound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Picture a celebrity photographed at EVERY event in town.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Flip through the year's photos: hundreds show the celebrity beside your friend —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not because they're close, but because the celebrity is in every single photo.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Now an ordinary person in only 50 photos all year — and your friend is in 28 of them.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THAT is closeness. The small number is the loud one.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ءله (God) is this corpus's celebrity: named in 1,879 ayahs — a quarter of the book.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Of course it shares 44 with prayer; it shares dozens with nearly everything.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زكو appears in only 56 ayahs in the whole Qur'an — and 28 (half) are with prayer.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So a big shared count can be nothing but the candidate being everywhere.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Same trap as Week 2's length confound — now it's frequency.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fix — observed vs expected-by-chance</a:t>
            </a:r>
          </a:p>
        </p:txBody>
      </p:sp>
      <p:pic>
        <p:nvPicPr>
          <p:cNvPr id="4" name="Picture 3" descr="fig_observed_vs_exp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5212080" cy="30286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280160"/>
            <a:ext cx="61264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Compare what we OBSERVED to what we'd EXPECT by pure chance.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Expected = freq(A) × freq(B) ÷ 6,236.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صلو–ءله:  90 × 1,879 ÷ 6,236 ≈ 27 expected,  observe 44.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        → barely above chance.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صلو–زكو:  90 × 56 ÷ 6,236 ≈ 0.8 expected,  observe 28.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        → far above chance.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Measure = how many TIMES observed beats expected.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crowded room: two guests who keep meeting in the same corner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far more than random milling predicts are seeking each other out.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Ask not “how many shared?” but “how many MORE than chance?”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Controlled for frequency — the true companion</a:t>
            </a:r>
          </a:p>
        </p:txBody>
      </p:sp>
      <p:pic>
        <p:nvPicPr>
          <p:cNvPr id="4" name="Picture 3" descr="fig_controlled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521208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2588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Rank the SAME candidates by × over chance: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زكو (zakat) — ×34.6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نفق (spend) — ×8.1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قوم (establish) — ×6.0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ءتي (give) — ×3.8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•  ءله (God) — ×1.6   (basically chance)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Zakat, third on the raw list, wins by a landslide.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Of zakat's 56 ayahs, 28 — exactly half — are with prayer.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Its bond is narrow and DEEP; قوم's is wide and THIN.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flip — the “unlearn”</a:t>
            </a:r>
          </a:p>
        </p:txBody>
      </p:sp>
      <p:pic>
        <p:nvPicPr>
          <p:cNvPr id="4" name="Picture 3" descr="fig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25880"/>
            <a:ext cx="9418320" cy="3681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5321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Raw says قوم / God.  Controlled says zakat.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Prayer's closest companion is CHARITY — أقيموا الصلاة وآتوا الزكاة (“establish prayer and give zakat”).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You could only see it by refusing to reward roots for being common.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find-task — how to 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Given a target and a slate of candidates: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1.  For each candidate, compute × over chance  (observed ÷ expected).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2.  Throw out any pair with fewer than 5 shared ayahs — too little evidence to trust.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      (the same small-sample caution as Week 2's support floor.)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3.  Read the TOP of the controlled list — never the raw list.</a:t>
            </a:r>
          </a:p>
          <a:p>
            <a:pPr>
              <a:spcAft>
                <a:spcPts val="800"/>
              </a:spcAft>
            </a:pPr>
            <a:r>
              <a:rPr sz="2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whole habit in one line:  rank by SURPRISE, not by SIZE.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Across the corpus the pattern is monotonous: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•  the RAW winner is almost always a generic frequent root (God, say, establish);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the CONTROLLED winner is the specific bond that actually teaches you something.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The raw list is the same boring names every time; the controlled list is where the Qur'an's associations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second case — honest scales</a:t>
            </a:r>
          </a:p>
        </p:txBody>
      </p:sp>
      <p:pic>
        <p:nvPicPr>
          <p:cNvPr id="4" name="Picture 3" descr="fig_kayl_waz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5303520" cy="2866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280160"/>
            <a:ext cx="61264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كيل (measure) and وزن (weight) share only 6 ayahs —</a:t>
            </a:r>
          </a:p>
          <a:p>
            <a:pPr>
              <a:spcAft>
                <a:spcPts val="700"/>
              </a:spcAft>
            </a:pPr>
            <a:r>
              <a:rPr sz="2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but at ×137 over chance.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Qur'an's warning to the المطففين 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those who give short measure and short weight in the market.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Rare, specific pairs the raw count would have buried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under God and “say.”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More controlled bonds: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عهد ↔ نقض  (covenant &amp; breaking) — ×96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سجد ↔ ركع  (prostrate &amp; bow) — ×46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قرض ↔ حسن  (a goodly loan, قرضًا حسنًا) — ×30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pattern holds across targets</a:t>
            </a:r>
          </a:p>
        </p:txBody>
      </p:sp>
      <p:pic>
        <p:nvPicPr>
          <p:cNvPr id="4" name="Picture 3" descr="fig_target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5120640" cy="28326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280160"/>
            <a:ext cx="621792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Twelve targets, the same lesson every time: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RAW winner is a generic frequent root —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ءله, قول, قوم, جري —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CONTROLLED winner is the specific bond: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prayer → zakat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measure → weight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covenant → breaking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orphan → the needy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prostrate → bow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The control is not a trick tuned to one pair —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it is how the corpus's real structure shows itself.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Co-occurrence also reveals clusters</a:t>
            </a:r>
          </a:p>
        </p:txBody>
      </p:sp>
      <p:pic>
        <p:nvPicPr>
          <p:cNvPr id="4" name="Picture 3" descr="fig_paradise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5212080" cy="2676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2588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bond is not always a single pair — sometimes a constellation.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Paradise (جنن) lights up with: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عدن (Eden) — ×32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تحت / جري (rivers flowing beneath) — ×24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خلد (eternity)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جنات تجري من تحتها الأنهار —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“gardens beneath which rivers flow.”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Co-occurrence lights up the whole image at once —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the seed of the networks and motifs of later weeks.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co-occurrence can't say (yet)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GIVES:  who travels with whom, fairly across frequencies.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Does NOT give: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Trust — our control divides out frequency but still ignores ayah LENGTH;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      a long verse hands out co-occurrences freely. Week 5 adds a length-aware null,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      tests it by simulation, and sorts pairs into tiers (real / borderline / spurious).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Direction — it is symmetric; it can't say which root pulls in the other.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      That asymmetry, P(A|B) vs P(B|A), is Week 6.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Cause or agreement — two roots share verses to be praised together OR contrasted;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      remember last week's antonym partners (ءمن ↔ كفر).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 pair every co-occurrence claim with a labeled reading.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Two-sentence reading &amp; this week's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FACT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“Zakat shares 28 of its 56 ayahs with prayer — ×34.6 over chance, the top bond on prayer's slate.”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INTERPRETATION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“I read prayer and charity as one devotion with two faces — toward God, and toward people.”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A classmate should tell instantly which sentence the computer could check, and which is yours.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EXERCISE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Your target + its candidate slate → compute each candidate's × over chance.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Apply the support floor (joint ≥ 5); name the controlled winner.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One fact + one labeled interpretation. Submit the night before 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Rank by surprise, not by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12471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Frequency told us how much; distribution where; forms &amp; partners what-shape and who-with.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Co-occurrence now measures who-with — fairly — by asking not “how many shared?”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but “how many MORE than chance?”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course's spine, a fourth time: control before you conclude.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Next week — making the trust rigorous: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pair's lift, a length-aware null tested by simulation,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and the tiers that tell us which bonds are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