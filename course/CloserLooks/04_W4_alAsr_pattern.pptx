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A Closer Look #4 — does the soul fail unless faith, deeds, patience &amp; truth?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17830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THE CLAIM</a:t>
            </a:r>
          </a:p>
          <a:p>
            <a:pPr algn="l">
              <a:spcAft>
                <a:spcPts val="7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“Sūrat al-ʿAsr’s fourfold formula — faith, deeds, patience, truth — recurs across the Qur’an.”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54680"/>
            <a:ext cx="11201400" cy="23317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91440" rIns="384048" bIns="91440" rtlCol="0" anchor="ctr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WHY IT IS WORTH ASKING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al-ʿAsr says the human is in loss except through that fourfold. Is it a recurring pattern, or one famous verse?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50992"/>
            <a:ext cx="11201400" cy="84124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800" b="1">
                <a:solidFill>
                  <a:srgbClr val="FFFFFF"/>
                </a:solidFill>
                <a:latin typeface="Calibri"/>
                <a:cs typeface="Calibri"/>
              </a:rPr>
              <a:t>An intuition about the soul’s path — measure it, with this week’s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Test — a famous verse vs a frequent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1201400" cy="8412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000" b="1" dirty="0">
                <a:solidFill>
                  <a:srgbClr val="1E293B"/>
                </a:solidFill>
                <a:latin typeface="Calibri"/>
                <a:cs typeface="Calibri"/>
              </a:rPr>
              <a:t>Co-occurrence lift for each al-</a:t>
            </a:r>
            <a:r>
              <a:rPr sz="2000" b="1" dirty="0" err="1">
                <a:solidFill>
                  <a:srgbClr val="1E293B"/>
                </a:solidFill>
                <a:latin typeface="Calibri"/>
                <a:cs typeface="Calibri"/>
              </a:rPr>
              <a:t>ʿAsr</a:t>
            </a:r>
            <a:r>
              <a:rPr sz="2000" b="1" dirty="0">
                <a:solidFill>
                  <a:srgbClr val="1E293B"/>
                </a:solidFill>
                <a:latin typeface="Calibri"/>
                <a:cs typeface="Calibri"/>
              </a:rPr>
              <a:t> pair, and for human + loss — what actually recurs together?</a:t>
            </a:r>
          </a:p>
        </p:txBody>
      </p:sp>
      <p:pic>
        <p:nvPicPr>
          <p:cNvPr id="5" name="Picture 4" descr="cl4_a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9966960" cy="3978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Verdict — and the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792480"/>
            <a:ext cx="11201400" cy="2727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0E9D8C"/>
                </a:solidFill>
                <a:latin typeface="Calibri"/>
                <a:cs typeface="Calibri"/>
              </a:rPr>
              <a:t>THE VERDICT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Only faith + deeds recurs — 101 verses, 2.8× chance (structural). The other pairs, and human ↔ loss, sit at chance.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al-</a:t>
            </a:r>
            <a:r>
              <a:rPr sz="2400" b="0" dirty="0" err="1">
                <a:solidFill>
                  <a:srgbClr val="1E293B"/>
                </a:solidFill>
                <a:latin typeface="Calibri"/>
                <a:cs typeface="Calibri"/>
              </a:rPr>
              <a:t>ʿAsr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 is a unique, memorable construction — not a corpus-wide pattern. The recurring engine of success is faith + deeds.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1E2761"/>
                </a:solidFill>
                <a:latin typeface="Calibri"/>
                <a:cs typeface="Calibri"/>
              </a:rPr>
              <a:t>The verse is quotable; the pattern is faith-and-works.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703320"/>
            <a:ext cx="10058400" cy="1874519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ADCFC"/>
                </a:solidFill>
                <a:latin typeface="Calibri"/>
                <a:cs typeface="Calibri"/>
              </a:rPr>
              <a:t>LESSON #4</a:t>
            </a:r>
          </a:p>
          <a:p>
            <a:pPr algn="ctr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  <a:cs typeface="Calibri"/>
              </a:rPr>
              <a:t>A famous verse is not a frequent pattern — co-occurrence finds what RECURS, not what is quotable.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11201400" cy="71323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b="0">
                <a:solidFill>
                  <a:srgbClr val="556070"/>
                </a:solidFill>
                <a:latin typeface="Calibri"/>
                <a:cs typeface="Calibri"/>
              </a:rPr>
              <a:t>Lesson #4 of 10 — collected toward the Week-10 synthesis (the soul → success).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219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2</cp:revision>
  <dcterms:created xsi:type="dcterms:W3CDTF">2013-01-27T09:14:16Z</dcterms:created>
  <dcterms:modified xsi:type="dcterms:W3CDTF">2026-06-01T02:15:19Z</dcterms:modified>
  <cp:category/>
</cp:coreProperties>
</file>