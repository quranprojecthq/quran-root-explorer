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#9 — ‘man and woman, 24 times each’ — a designed balance?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17830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THE CLAIM</a:t>
            </a:r>
          </a:p>
          <a:p>
            <a:pPr algn="l">
              <a:spcAft>
                <a:spcPts val="7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“The words for man and woman each occur exactly 24 times — a deliberate numerical balance.”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11201400" cy="23317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91440" rIns="384048" bIns="91440" rtlCol="0" anchor="ctr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WHY IT IS WORTH ASKING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A viral ‘miracle count’. Does it survive a fair, consistent counting rule on Book6?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50992"/>
            <a:ext cx="11201400" cy="84124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FFFFFF"/>
                </a:solidFill>
                <a:latin typeface="Calibri"/>
                <a:cs typeface="Calibri"/>
              </a:rPr>
              <a:t>An intuition about the soul’s path — measure it, with this week’s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Test — a balance claim under a fair rule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201400" cy="8412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1E293B"/>
                </a:solidFill>
                <a:latin typeface="Calibri"/>
                <a:cs typeface="Calibri"/>
              </a:rPr>
              <a:t>The claimed form-count vs the size-true root counts for man and woman.</a:t>
            </a:r>
          </a:p>
        </p:txBody>
      </p:sp>
      <p:pic>
        <p:nvPicPr>
          <p:cNvPr id="5" name="Picture 4" descr="cl9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9966960" cy="4840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0E9D8C"/>
                </a:solidFill>
                <a:latin typeface="Calibri"/>
                <a:cs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  <a:cs typeface="Calibri"/>
              </a:rPr>
              <a:t>Contradicted at the fair root level: the roots give 66 vs 53 (and ‘person’ 37) — not 24 = 24.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E293B"/>
                </a:solidFill>
                <a:latin typeface="Calibri"/>
                <a:cs typeface="Calibri"/>
              </a:rPr>
              <a:t>The ‘24 each’ counts one hand-picked definite form and discards the rest of each root.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2761"/>
                </a:solidFill>
                <a:latin typeface="Calibri"/>
                <a:cs typeface="Calibri"/>
              </a:rPr>
              <a:t>The soul’s dignity is not established — or refuted — by a word-count trick.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03320"/>
            <a:ext cx="1005840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500"/>
              </a:spcAft>
            </a:pPr>
            <a:r>
              <a:rPr b="1">
                <a:solidFill>
                  <a:srgbClr val="CADCFC"/>
                </a:solidFill>
                <a:latin typeface="Calibri"/>
                <a:cs typeface="Calibri"/>
              </a:rPr>
              <a:t>LESSON #9</a:t>
            </a:r>
          </a:p>
          <a:p>
            <a:pPr algn="ctr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Calibri"/>
                <a:cs typeface="Calibri"/>
              </a:rPr>
              <a:t>A balance claim lives or dies by its counting rule — fix the rule first, and the coincidence dissolves.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b="0">
                <a:solidFill>
                  <a:srgbClr val="556070"/>
                </a:solidFill>
                <a:latin typeface="Calibri"/>
                <a:cs typeface="Calibri"/>
              </a:rPr>
              <a:t>Lesson #9 of 10 — collected toward the Week-10 synthesis (the soul → success).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209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2</cp:revision>
  <dcterms:created xsi:type="dcterms:W3CDTF">2013-01-27T09:14:16Z</dcterms:created>
  <dcterms:modified xsi:type="dcterms:W3CDTF">2026-06-01T02:24:17Z</dcterms:modified>
  <cp:category/>
</cp:coreProperties>
</file>