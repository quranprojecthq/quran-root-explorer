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6CBAC-C629-47C0-9B4E-1482B553C13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605E3-D1D5-4EF6-8F79-A41FA70F3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7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605E3-D1D5-4EF6-8F79-A41FA70F34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8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#7 — is there a signature motif of the saved soul?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“Faith, righteous deeds, and reward recur together as the Qur’an’s core moral motif.”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If the soul’s success has a recurring ‘scene’, a three-root motif test will find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the recurring scene of the purified soul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8552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Adjusted lift (against a length-aware null) for the faith·deeds·reward triads.</a:t>
            </a:r>
          </a:p>
        </p:txBody>
      </p:sp>
      <p:pic>
        <p:nvPicPr>
          <p:cNvPr id="5" name="Picture 4" descr="cl7_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35" y="2188879"/>
            <a:ext cx="11186041" cy="4008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</a:rPr>
              <a:t>Strongly supported. Faith + deeds + righteousness co-occur in 70 verses (24× chance); with the garden, 23 verses (13×).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</a:rPr>
              <a:t>This IS the Qur’an’s signature motif — the purified soul that believes, acts, and arrives at reward.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The success of the soul is not abstract; it has a recurring, measurable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b="1">
                <a:solidFill>
                  <a:srgbClr val="CADCFC"/>
                </a:solidFill>
                <a:latin typeface="Calibri"/>
                <a:cs typeface="Calibri"/>
              </a:rPr>
              <a:t>LESSON #7</a:t>
            </a:r>
          </a:p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Motifs surface a text’s recurring scenes — and this triad is the Qur’an’s moral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1600" b="0">
                <a:solidFill>
                  <a:srgbClr val="556070"/>
                </a:solidFill>
                <a:latin typeface="Calibri"/>
                <a:cs typeface="Calibri"/>
              </a:rPr>
              <a:t>Lesson #7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3</cp:revision>
  <dcterms:created xsi:type="dcterms:W3CDTF">2013-01-27T09:14:16Z</dcterms:created>
  <dcterms:modified xsi:type="dcterms:W3CDTF">2026-06-01T02:22:26Z</dcterms:modified>
  <cp:category/>
</cp:coreProperties>
</file>