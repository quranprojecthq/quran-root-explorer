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#6 — guidance and the straight path: which contains which?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“Guidance and the straight path are simply the same idea, interchangeable.”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They share many verses — but a shared count hides a direction. Does the path imply guidance, or guidance the path?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the direction inside a shared bond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7216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Conditional probabilities: how often each of the pair names the other.</a:t>
            </a:r>
          </a:p>
        </p:txBody>
      </p:sp>
      <p:pic>
        <p:nvPicPr>
          <p:cNvPr id="5" name="Picture 4" descr="cl6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27200"/>
            <a:ext cx="9966960" cy="50785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92480"/>
            <a:ext cx="11201400" cy="2727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The straight path is a path OF guidance: 53% of ‘path’ verses also name guidance — but only 9% the reverse.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Not interchangeable: the soul’s road (the path) is defined by guidance, not guidance by the road.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The specific (the path) is contained in the general (guidance).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ADCFC"/>
                </a:solidFill>
                <a:latin typeface="Calibri"/>
                <a:cs typeface="Calibri"/>
              </a:rPr>
              <a:t>LESSON #6</a:t>
            </a:r>
          </a:p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 shared count hides a direction — measure both ways before calling two ideas ‘the same’.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000" b="0">
                <a:solidFill>
                  <a:srgbClr val="556070"/>
                </a:solidFill>
                <a:latin typeface="Calibri"/>
                <a:cs typeface="Calibri"/>
              </a:rPr>
              <a:t>Lesson #6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2026-06-01T02:18:08Z</dcterms:modified>
  <cp:category/>
</cp:coreProperties>
</file>