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#8 — does an astonishing motif have to be real?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</a:rPr>
              <a:t>“A three-root motif 576× above chance must be a genuine finding.”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</a:rPr>
              <a:t>Lift can dazzle. The soul’s ‘return’ motif looks modest by comparison — which one should we trust?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significance is not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Adjusted lift for two trios — read together with how many verses each stands on.</a:t>
            </a:r>
          </a:p>
        </p:txBody>
      </p:sp>
      <p:pic>
        <p:nvPicPr>
          <p:cNvPr id="5" name="Picture 4" descr="cl8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9966960" cy="4658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</a:rPr>
              <a:t>The 576× trio rests on a SINGLE verse (21:90). Remove it and it vanishes — worthless despite the lift.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</a:rPr>
              <a:t>The repentance → forgiveness → mercy trio is 55× on 18 verses: far lower lift, far more trustworthy.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The soul’s return to God is a robust pattern; the dazzling one-verse trio is not a finding.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b="1">
                <a:solidFill>
                  <a:srgbClr val="CADCFC"/>
                </a:solidFill>
                <a:latin typeface="Calibri"/>
                <a:cs typeface="Calibri"/>
              </a:rPr>
              <a:t>LESSON #8</a:t>
            </a:r>
          </a:p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A sky-high lift on one verse is not a finding — support and stability decide, not the multiple.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>
                <a:solidFill>
                  <a:srgbClr val="556070"/>
                </a:solidFill>
                <a:latin typeface="Calibri"/>
                <a:cs typeface="Calibri"/>
              </a:rPr>
              <a:t>Lesson #8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2026-06-01T02:23:25Z</dcterms:modified>
  <cp:category/>
</cp:coreProperties>
</file>