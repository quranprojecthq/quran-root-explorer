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A Closer Look #3 — the God who judges the soul: wrath or mercy?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17830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</a:rPr>
              <a:t>THE CLAIM</a:t>
            </a:r>
          </a:p>
          <a:p>
            <a:pPr algn="l">
              <a:spcAft>
                <a:spcPts val="700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</a:rPr>
              <a:t>“The Qur’an’s God, who weighs the soul, is more a God of wrath than of mercy.”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154680"/>
            <a:ext cx="11201400" cy="23317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91440" rIns="384048" bIns="91440" rtlCol="0" anchor="ctr"/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</a:rPr>
              <a:t>WHY IT IS WORTH ASKING</a:t>
            </a:r>
          </a:p>
          <a:p>
            <a:pPr algn="l">
              <a:spcAft>
                <a:spcPts val="800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</a:rPr>
              <a:t>The soul that purifies itself meets its Maker — so how does that Maker name Himself?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650992"/>
            <a:ext cx="11201400" cy="84124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400" b="1">
                <a:solidFill>
                  <a:srgbClr val="FFFFFF"/>
                </a:solidFill>
                <a:latin typeface="Calibri"/>
                <a:cs typeface="Calibri"/>
              </a:rPr>
              <a:t>An intuition about the soul’s path — measure it, with this week’s tool.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Test — God’s NAMES vs the theme of punishment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772160"/>
            <a:ext cx="11201400" cy="11663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400" b="1">
                <a:solidFill>
                  <a:srgbClr val="1E293B"/>
                </a:solidFill>
                <a:latin typeface="Calibri"/>
                <a:cs typeface="Calibri"/>
              </a:rPr>
              <a:t>Divine-attribute roots counted in Book6 — names of mercy vs names of might, and punishment as a theme.</a:t>
            </a:r>
          </a:p>
        </p:txBody>
      </p:sp>
      <p:pic>
        <p:nvPicPr>
          <p:cNvPr id="5" name="Picture 4" descr="cl3_n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03120"/>
            <a:ext cx="9966960" cy="45448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Verdict — and the Lesson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11201400" cy="26060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</a:rPr>
              <a:t>THE VERDICT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E293B"/>
                </a:solidFill>
                <a:latin typeface="Calibri"/>
                <a:cs typeface="Calibri"/>
              </a:rPr>
              <a:t>God’s NAMES skew ~18× to mercy: roots of the merciful names total 661 vs 36 for the names of might.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E293B"/>
                </a:solidFill>
                <a:latin typeface="Calibri"/>
                <a:cs typeface="Calibri"/>
              </a:rPr>
              <a:t>Punishment (عadhāb) is a frequent THEME (336) — but it is a theme, not the dominant NAME.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2761"/>
                </a:solidFill>
                <a:latin typeface="Calibri"/>
                <a:cs typeface="Calibri"/>
              </a:rPr>
              <a:t>The Judge of the soul names Himself, overwhelmingly, by mercy.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703320"/>
            <a:ext cx="10058400" cy="1874519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ADCFC"/>
                </a:solidFill>
                <a:latin typeface="Calibri"/>
                <a:cs typeface="Calibri"/>
              </a:rPr>
              <a:t>LESSON #3</a:t>
            </a:r>
          </a:p>
          <a:p>
            <a:pPr algn="ctr"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  <a:cs typeface="Calibri"/>
              </a:rPr>
              <a:t>Distinguish a NAME from a THEME — and watch your classification choices; the forms lean to mercy.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11201400" cy="71323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b="0" dirty="0">
                <a:solidFill>
                  <a:srgbClr val="556070"/>
                </a:solidFill>
                <a:latin typeface="Calibri"/>
                <a:cs typeface="Calibri"/>
              </a:rPr>
              <a:t>Lesson #3 of 10 — collected toward the Week-10 synthesis (the soul → success).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213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Ayoub Torkian</cp:lastModifiedBy>
  <cp:revision>2</cp:revision>
  <dcterms:created xsi:type="dcterms:W3CDTF">2013-01-27T09:14:16Z</dcterms:created>
  <dcterms:modified xsi:type="dcterms:W3CDTF">2026-06-01T02:14:23Z</dcterms:modified>
  <cp:category/>
</cp:coreProperties>
</file>