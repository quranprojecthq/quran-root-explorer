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10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Dominant Frequencies &amp; Rhythm — the beat of a sūra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 a spectrum, the tallest peaks are the DOMINANT frequencies — the rhythm. Sūrat al-Fātiḥa’s seven verses, measured by root-length, give a per-verse rhythm signal: [4, 4, 2, 3, 2, 3, 5].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Fundamental, harmonics, peak-picking, meter — on real āyāt. Figures from Book6.xlsx (sūra-scale).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find the strongest beats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PEAK-PICKING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Scan the spectrum for the tallest components above the noise floor. The lowest strong peak is the FUNDAMENTAL — the main beat.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RHYTHM = STRUCTURE IN TIME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regular alternation of long and short verses is a meter; the spectrum names its period and strength.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fundamental &amp; harmonics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3"/>
              </a:spcAft>
            </a:pPr>
            <a:r>
              <a:rPr sz="26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FUNDAMENTAL</a:t>
            </a:r>
          </a:p>
          <a:p>
            <a:pPr algn="l">
              <a:spcAft>
                <a:spcPts val="1533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lowest dominant frequency — the basic repeat the rhythm is built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6"/>
              </a:spcAft>
            </a:pPr>
            <a:r>
              <a:rPr sz="22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HARMONICS</a:t>
            </a:r>
          </a:p>
          <a:p>
            <a:pPr algn="l">
              <a:spcAft>
                <a:spcPts val="1346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Integer multiples of the fundamental; their pattern gives the rhythm its ‘timbre.’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PEAK PROMINENCE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far a peak rises above its neighbours — the threshold that separates beat from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Al-Fātiḥa — the per-verse rhythm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3840480"/>
            <a:ext cx="896112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16659" y="2103120"/>
            <a:ext cx="972921" cy="173736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6819" y="2103120"/>
            <a:ext cx="972921" cy="173736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6979" y="2944368"/>
            <a:ext cx="972921" cy="89611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7139" y="2523744"/>
            <a:ext cx="972921" cy="131673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7299" y="2944368"/>
            <a:ext cx="972921" cy="89611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7459" y="2523744"/>
            <a:ext cx="972921" cy="131673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7619" y="1682495"/>
            <a:ext cx="972921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886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114800"/>
            <a:ext cx="11430000" cy="24688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29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root-length per verse = [4, 4, 2, 3, 2, 3, 5]</a:t>
            </a:r>
          </a:p>
          <a:p>
            <a:pPr algn="l">
              <a:spcAft>
                <a:spcPts val="1129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Seven verses, each measured by how many roots it carries. The rise and fall across the sūra is its rhythm — now we read its spectrum.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rhythm spectrum of Al-Fātiḥa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Rhythm signal (root-length/verse)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511" y="2151888"/>
            <a:ext cx="495826" cy="14508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425" y="1877568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7264" y="2151888"/>
            <a:ext cx="495826" cy="14508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7178" y="1877568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4801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38017" y="2877312"/>
            <a:ext cx="495826" cy="72542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7931" y="2602992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5554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38770" y="2514600"/>
            <a:ext cx="495826" cy="108813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684" y="2240280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6307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9523" y="2877312"/>
            <a:ext cx="495826" cy="72542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9438" y="2602992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7060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0277" y="2514600"/>
            <a:ext cx="495826" cy="108813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0191" y="2240280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7813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1030" y="1789176"/>
            <a:ext cx="49582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0944" y="1514855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8566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Its spectrum (magnitude/bin)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5232" y="332841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76904" y="1789176"/>
            <a:ext cx="867696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6550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78222" y="2955036"/>
            <a:ext cx="867696" cy="64769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7868" y="268071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79540" y="2523235"/>
            <a:ext cx="867696" cy="107949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99186" y="224891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short, structured signal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Seven samples — at the very edge of what a spectrum can resolve, so we read it cautiously and report the dominant bin only.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4"/>
              </a:spcAft>
            </a:pPr>
            <a:r>
              <a:rPr sz="22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dominant bin = the main beat</a:t>
            </a:r>
          </a:p>
          <a:p>
            <a:pPr algn="l">
              <a:spcAft>
                <a:spcPts val="1014"/>
              </a:spcAft>
            </a:pPr>
            <a:r>
              <a:rPr sz="20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tallest non-zero component is the sūra’s fundamental rhythm; smaller bins are detail or noise, not over-interpreted.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Honesty — seven samples is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LIMIT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only 7 verses the spectrum has 4 bins — barely enough. We report the dominant beat and refuse fine claims (that would be reading noise).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 rhythm with confidence, analyse longer sūras or the corpus. Al-Fātiḥa illustrates the method; it does not carry a strong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rhythm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Beat-tracking finds tempo in music; gait analysis finds a walking rhythm; circadian analysis finds the daily beat in biology.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peak-picking reads a sūra’s meter from its verse-length signal — rhythm as a measured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the rhythm is the dominant peak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Among all spectral components, the tallest above the noise floor is the beat; everything else is detail.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Filtering (L11) keeps or removes chosen peaks; clustering (L16) groups sūras by their rhythm spectra.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Rhythm (verse-length spectra) is read on all 79 long sūras; their lengths span widely.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Al-Fātiḥa illustrates; confident meter comes from the corpus of long sūras, not one short example.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single dominant-beat read is the most a 7-verse sūra supports.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Reliable rhythm/meter needs long sūras or the corpus — peak-pick at that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Root-length per verse is a ratio measurement; peak prominence and the threshold are declared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fundamental rhythm — the dominant beat hidden in a list of verse lengths.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verse order (declared) to flatten the rhythm; a real meter loses its dominant peak under shuffling.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dominant beat reads back to an actual alternation of long/short verses in the sūra.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rhythm peak must clear a noise floor and a shuffle null before it counts — especially with few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Al-Fātiḥa’s dominant bin trustworthy with only 7 verses? Which sūras are long enough for a confident meter?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Rhythm is the dominant spectral peak; report it with prominence, and respect the sample-count limit.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several ‘beats’ from a 7-sample spectrum — most are noise, not meter.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Report only the dominant peak on short sūras; move to long sūras/corpus for fine rhythm.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  ← here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10 — Dominant Frequencies &amp; Rhythm  (Unit C · In frequency)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SŪRA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Al-Fātiḥa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SIGNAL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root-length/verse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SPECTRUM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peak-pick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BEAT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fundamental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 Al-Fātiḥa’s verse-length rhythm, pick the dominant bin, then switch to a long sūra to see a confident meter emerge.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Peak-picking on a sūra’s rhythm signal reports the dominant beat, with prominence stated.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Over-reading many peaks from a short, low-resolution spectrum.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6"/>
              </a:spcAft>
            </a:pPr>
            <a:r>
              <a:rPr sz="22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46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Fine rhythm on a 7-verse sūra is unsupported — silent until tested on longer 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Dominant-frequency detection drives music tempo, gait and circadian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Pick the tallest spectral peak above noise as the beat; honour the sample-count limit; validate against a shuffle null.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