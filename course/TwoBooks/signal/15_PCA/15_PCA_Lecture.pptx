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82"/>
              </a:spcAft>
            </a:pPr>
            <a:r>
              <a:rPr sz="19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· Ayah as Signal (1-D) · Lecture 15</a:t>
            </a:r>
          </a:p>
          <a:p>
            <a:pPr algn="l">
              <a:spcAft>
                <a:spcPts val="782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Dimensionality Reduction (PCA) — the axes of variation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Describe each of the 114 sūras by five features, then ask: which few combinations explain most of the differences? PCA answers — here the first two principal components capture 81% of all variation.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Variance, principal components, scree, projection — over all 114 sūras. Figures from Book6.xlsx (corpus-scale).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idea — find the directions that matter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MANY FEATURES → FEW AXES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sūra is a point in 5-D (n-verses, n-roots, mean root-length, type-token ratio, top-root share). PCA rotates to the axes of greatest spread.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COMPRESS WITHOUT LOSING MUCH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Keep the top components and you keep most of the variation in 2-D you can plot — the rest is near-flat.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Conceptual foundation — variance &amp;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VARIANCE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Spread along an axis. PC1 is the direction of maximum variance; PC2 the next, orthogonal.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6"/>
              </a:spcAft>
            </a:pPr>
            <a:r>
              <a:rPr sz="22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SCREE</a:t>
            </a:r>
          </a:p>
          <a:p>
            <a:pPr algn="l">
              <a:spcAft>
                <a:spcPts val="1346"/>
              </a:spcAft>
            </a:pPr>
            <a:r>
              <a:rPr sz="21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variance-per-component curve; where it elbows tells you how many axes to keep.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PROJECTION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Drop each sūra onto the top components — a faithful low-D map.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scree — two axes hold 81% of sūra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Variance explained per PC (%)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7496" y="1789176"/>
            <a:ext cx="694156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267" y="1514855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PC1</a:t>
            </a:r>
          </a:p>
        </p:txBody>
      </p:sp>
      <p:sp>
        <p:nvSpPr>
          <p:cNvPr id="9" name="Rectangle 8"/>
          <p:cNvSpPr/>
          <p:nvPr/>
        </p:nvSpPr>
        <p:spPr>
          <a:xfrm>
            <a:off x="1718551" y="3025694"/>
            <a:ext cx="694156" cy="577041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2322" y="2751374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5102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PC2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9605" y="3193507"/>
            <a:ext cx="694156" cy="409228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3376" y="2919187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6156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PC3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60659" y="3482028"/>
            <a:ext cx="694156" cy="120707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430" y="3207708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7211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PC4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1714" y="3579183"/>
            <a:ext cx="694156" cy="23552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5485" y="3304863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8265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PC5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PC1 loadings (feature weights)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22224" y="1891830"/>
            <a:ext cx="694156" cy="1710905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5995" y="1617510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8776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n_ay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3279" y="1789176"/>
            <a:ext cx="694156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7050" y="1514855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0.53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29830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n_tok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64333" y="2199793"/>
            <a:ext cx="694156" cy="140294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98104" y="1925473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0.41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0884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5387" y="1823394"/>
            <a:ext cx="694156" cy="1779341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19158" y="1549074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0.52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71939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TTR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06442" y="3021028"/>
            <a:ext cx="694156" cy="581707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40213" y="2746708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2993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top%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70"/>
              </a:spcAft>
            </a:pPr>
            <a:r>
              <a:rPr sz="25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PC1 62% + PC2 20% = 81%</a:t>
            </a:r>
          </a:p>
          <a:p>
            <a:pPr algn="l">
              <a:spcAft>
                <a:spcPts val="1170"/>
              </a:spcAft>
            </a:pPr>
            <a:r>
              <a:rPr sz="23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Two numbers per sūra recover four-fifths of how sūras differ — a huge, honest compression of the corpus.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PC1 ≈ size &amp; richness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Its heaviest loadings are verse-count, token-count and type-token ratio — PC1 is essentially ‘how big and varied is the sūra.’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the axes — and the honesty about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INTERPRET, THEN VALIDATE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PC1 reads as size/richness — interpretable. But a PC is only credible if it maps back to something real; an uninterpretable axis is rejected, not narrated.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RECONSTRUCTION ERROR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Rebuild the sūras from 2 PCs; the small leftover error confirms 2-D is a fair summary — the read-back for PCA.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Dual-domain — PCA everywhere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PCA finds the main axes of genetic variation across populations, compresses face images (eigenfaces), and denoises spectra.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same rotation finds the main axes along which sūras vary — size, richness — from their root-feature vectors.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idea — a few axes explain the most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 ONE LINE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PCA rotates many features to the directions of greatest spread; for the 114 sūras, two axes hold 81%.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CARRIES FORWARD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2-D projection is the map clustering (L16) groups; PCA is compression with a read-back (reconstruction).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Across the whole corpus — every āyah is a valid 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WHOLE-CORPUS DISTRIBUTION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PCA is computed over all 114 sūras × 5 features; PC1 + PC2 explain 81% of the variance.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DIVERSITY BY DESIGN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Every sūra is a point; the axes summarise the whole corpus, not selected sūras.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scale rule — match the tool to the length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ROBUST AT ĀYAH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Per-sūra feature vectors are robust; PCA needs the population of sūras.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NEEDS SŪRA / CORPUS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PCA is inherently corpus-scale — it is a statement about all 114 sūras together.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Criteria — the amplitude is a measurement, not a label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 MUST MEASURE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Features are ratio measurements; PCA is an exact, declared linear rotation; variance-explained is reproducible.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ANCHOR = ROOT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Computed over root-tokens (ریشه); root IDENTITY is nominal and is encoded before any arithmetic. Frequency/length are ratio-scale and safe.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objective — the latent feature this surfaces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WHAT WE ARE HUNTING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principal axes of variation — the few combinations along which sūras actually differ.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VECTOR → TRANSFORM → FEATURE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Digitize on the root, apply this lecture’s operation, and read out the hidden structure. The vector is the doorway; the latent feature is the room.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Reordering — a declared tool, not a violation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MANIPULATE TO REVEAL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Project and sort sūras by PC score (a declared reordering) to expose the gradient; random axes explain little.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ONE RULE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Any structure found by searching reorderings/configurations must still beat a null — or it is an artifact, not a feature. The shuffle null is itself a reordering.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anchor — read the feature back into the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INTERPRETIVE READ-BACK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principal component must read back to an interpretable contrast (PC1 = size/richness) or be rejected as an artifact.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SEMANTIC vs FORMAL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Meaning-claims answer to the roots/sense; form-claims answer to the text’s structure + a null. Map back to nothing and the number is numerology.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Validation — beat the null AND random Arabic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NOT-RANDOM IS NOT ENOUGH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 axis’s explanatory power must exceed what random features give; PC1’s 62% far beats a random-feature baseline.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GAUNTLET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verify → null → natural-language baseline → multiple-comparison correction → read-back. Most candidates die here; the survivors are real.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What does PC2 mean here? When is an uninterpretable principal component still useful — or just noise?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SYNTHESIS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PCA compresses the 114 sūras to two meaningful axes (size, richness) holding 81% — with a reconstruction read-back.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common pitfall — and the fix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PITFALL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Narrating a principal component that maps to nothing interpretable as a ‘discovery.’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DO THIS INSTEAD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Interpret PCs, check reconstruction error, and reject axes that neither read back nor beat a random-feature baseline.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Where this sits — the 17-lecture arc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five units · 17 lectures · root-anchored DSP on the āyah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212848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· Foundations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1–3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88336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61487" y="1737360"/>
            <a:ext cx="2212848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 · in time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4–8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6903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0055" y="1737360"/>
            <a:ext cx="2212848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 · in frequency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9–11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05471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78623" y="1737360"/>
            <a:ext cx="2212848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 · info &amp; space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12–14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64040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37192" y="1737360"/>
            <a:ext cx="2212848" cy="137160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E · structure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15–17  ← here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343400"/>
            <a:ext cx="11430000" cy="22402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42"/>
              </a:spcAft>
            </a:pPr>
            <a:r>
              <a:rPr sz="24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Lecture 15 — Dimensionality Reduction (PCA)  (Unit E · Structure &amp; synthesis)</a:t>
            </a:r>
          </a:p>
          <a:p>
            <a:pPr algn="l">
              <a:spcAft>
                <a:spcPts val="942"/>
              </a:spcAft>
            </a:pPr>
            <a:r>
              <a:rPr sz="22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lecture is one DSP idea on real root-vectors, building from the waveform to frequency, to information and distance, to structure. Same anchor, one object.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root anchor · real verse · live transform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FEATURES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5 per sūra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PCA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rotate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SCREE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variance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MAP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2-D plot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8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Compute the 5 features for all 114 sūras, run PCA, read the scree (PC1 62%, PC2 20%), and plot the 2-D map.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and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PCA is an exact rotation; PC1+PC2 explain 81%% of sūra variation, PC1 interpretable as size/richness.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Reading meaning into an uninterpretable component, or into PCs that barely beat random features.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PC2/PC3 interpretation is uncertain here — set aside unless it reads back and beats a baseline.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PCA drives population genetics, eigenfaces and spectral denoising — compression that keeps the signal.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Describe sūras by root-features, rotate to the axes of greatest variance (81% in 2-D), interpret and validate by reconstruction.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