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82"/>
              </a:spcAft>
            </a:pPr>
            <a:r>
              <a:rPr sz="19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· Ayah as Signal (1-D) · Lecture 4</a:t>
            </a:r>
          </a:p>
          <a:p>
            <a:pPr algn="l">
              <a:spcAft>
                <a:spcPts val="782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Waveform — the per-root signal of a verse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Read a verse as a waveform: each root a sample, amplitude = its corpus frequency. 94:5 فَإِنَّ مَعَ الْعُسْرِ يُسْرًا and 94:6 إِنَّ مَعَ الْعُسْرِ يُسْرًا — almost the same verse, almost the same waveform.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Amplitude, peaks, troughs, dynamic range, zero-crossings — the vocabulary of a 1-D signal, on real āyāt. Figures from Book6.xlsx.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idea — a verse is a waveform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AMPLITUDE ALONG POSITION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Plot root-frequency against root position and the verse becomes a waveform — the same object as audio or an ECG, read along one axis.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SHAPE = MEANING-FREE STRUCTURE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Peaks (frequent roots), troughs (rare roots), the rise-and-fall between — the verse’s form, measurable before its sense.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94:5 — the waveform of فَإِنَّ مَعَ الْعُسْرِ يُسْرًا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06424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roots of 94:5 · amplitude = corpus frequency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3977639"/>
            <a:ext cx="8961120" cy="18288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00707" y="3349197"/>
            <a:ext cx="3405225" cy="628442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4023359"/>
            <a:ext cx="457200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عسر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81267" y="1819655"/>
            <a:ext cx="3405225" cy="215798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4023359"/>
            <a:ext cx="457200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یسر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5120640"/>
            <a:ext cx="11430000" cy="146304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7"/>
              </a:spcAft>
            </a:pPr>
            <a:r>
              <a:rPr sz="203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x = [12, 44]</a:t>
            </a:r>
          </a:p>
          <a:p>
            <a:pPr algn="l">
              <a:spcAft>
                <a:spcPts val="677"/>
              </a:spcAft>
            </a:pPr>
            <a:r>
              <a:rPr sz="18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Roots عسر · یسر — the waveform rises and falls across the samples: a shape we can measure, compare, transform.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Conceptual foundation — the waveform vocabulary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3"/>
              </a:spcAft>
            </a:pPr>
            <a:r>
              <a:rPr sz="23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PEAK / TROUGH</a:t>
            </a:r>
          </a:p>
          <a:p>
            <a:pPr algn="l">
              <a:spcAft>
                <a:spcPts val="1363"/>
              </a:spcAft>
            </a:pPr>
            <a:r>
              <a:rPr sz="21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Max sample = peak (commonest root); min = trough (rarest). They anchor the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55"/>
              </a:spcAft>
            </a:pPr>
            <a:r>
              <a:rPr sz="264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DYNAMIC RANGE</a:t>
            </a:r>
          </a:p>
          <a:p>
            <a:pPr algn="l">
              <a:spcAft>
                <a:spcPts val="1555"/>
              </a:spcAft>
            </a:pPr>
            <a:r>
              <a:rPr sz="24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max−min (or ratio): wide = spiky, dominated by one root; narrow = even.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53"/>
              </a:spcAft>
            </a:pPr>
            <a:r>
              <a:rPr sz="24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ZERO-CROSSINGS</a:t>
            </a:r>
          </a:p>
          <a:p>
            <a:pPr algn="l">
              <a:spcAft>
                <a:spcPts val="1453"/>
              </a:spcAft>
            </a:pPr>
            <a:r>
              <a:rPr sz="23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After centring, how often the signal crosses zero — how ‘busy’ the verse 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94:5 vs 94:6 — a near-repeat, a near-identical waveform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94:5  فَإِنَّ مَعَ الْعُسْرِ يُسْرًا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3108128"/>
            <a:ext cx="1735392" cy="49460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2833808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عسر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یسر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94:6  إِنَّ مَعَ الْعُسْرِ يُسْرًا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3108128"/>
            <a:ext cx="1735392" cy="494607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2833808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عسر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یسر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40"/>
              </a:spcAft>
            </a:pPr>
            <a:r>
              <a:rPr sz="22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same shape twice</a:t>
            </a:r>
          </a:p>
          <a:p>
            <a:pPr algn="l">
              <a:spcAft>
                <a:spcPts val="1040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94:5 and 94:6 differ only by فَ — their root waveforms are nearly identical: a real, audible repetition made visible.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18"/>
              </a:spcAft>
            </a:pPr>
            <a:r>
              <a:rPr sz="26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Repetition is structure</a:t>
            </a:r>
          </a:p>
          <a:p>
            <a:pPr algn="l">
              <a:spcAft>
                <a:spcPts val="1218"/>
              </a:spcAft>
            </a:pPr>
            <a:r>
              <a:rPr sz="24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Two adjacent verses, one waveform = a deliberate echo (مع العسر يسرا). Form mirrors meaning.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the waveform of 103 Al-ʿAsr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10698480" cy="18288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9901" y="4045892"/>
            <a:ext cx="813084" cy="68907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29749" y="3099347"/>
            <a:ext cx="813084" cy="1015452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99597" y="3877368"/>
            <a:ext cx="813084" cy="237431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69445" y="1591055"/>
            <a:ext cx="813084" cy="252374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39293" y="3048790"/>
            <a:ext cx="813084" cy="1066009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09141" y="3554363"/>
            <a:ext cx="813084" cy="560436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78989" y="3970056"/>
            <a:ext cx="813084" cy="144743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48837" y="3253828"/>
            <a:ext cx="813084" cy="860971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18685" y="3970056"/>
            <a:ext cx="813084" cy="144743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88533" y="3770636"/>
            <a:ext cx="813084" cy="344163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4048" y="4617720"/>
            <a:ext cx="11430000" cy="1965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76"/>
              </a:spcAft>
            </a:pPr>
            <a:r>
              <a:rPr sz="213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وَالْعَصْرِ · إِنَّ الْإِنسَانَ لَفِي خُسْرٍ · إِلَّا الَّذِينَ … — 10 root samples</a:t>
            </a:r>
          </a:p>
          <a:p>
            <a:pPr algn="l">
              <a:spcAft>
                <a:spcPts val="876"/>
              </a:spcAft>
            </a:pPr>
            <a:r>
              <a:rPr sz="20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waveform grows with the third, long verse — length and amplitude both carry the sūra’s argument.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the shape — three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PEAK = 44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most frequent root in 94:5 — the waveform’s crest.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TROUGH = 12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rarest root — the waveform’s dip.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DYNAMIC RANGE = 32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peak − trough: how spiky the verse is. A wide range means one root dominates the shape.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Dual-domain — waveforms everywhere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 ECG beat, a spoken word, a seismograph — amplitude-against-time waveforms read by peaks, troughs, range.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verse-as-waveform is the same object: amplitude-against-position. Every waveform tool transfers, starting with the shape itself.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whole corpus — every āyah is a valid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WHOLE-CORPUS DISTRIBUTION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Per-verse dynamic range (peak−trough of root frequency) across 6,139 verses: p10 = 118, median = 1,360, p90 = 2,839.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DIVERSITY BY DESIGN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Most verses are spiky (one dominant root), some flat. The waveform vocabulary is read on all of them, not a favourite.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scale rule — match the tool to the length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ROBUST AT ĀYAH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Amplitude, peak, trough, dynamic range need no length — robust on a single āyah.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NEEDS SŪRA / CORPUS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Spectral/periodic reading of the waveform waits for sūra/corpus scale (Lecture 9+).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Criteria — the amplitude is a measurement, not a label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 MUST MEASURE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Amplitude = a root’s corpus frequency, ratio-scale; the waveform is exact and reproducible from Book6.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ANCHOR = ROOT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Computed over root-tokens (ریشه); root IDENTITY is nominal and is encoded before any arithmetic. Frequency/length are ratio-scale and safe.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objective — the latent feature this surfaces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WE ARE HUNTING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Repetition and prominence — peaks, troughs, and repeated shapes (94:5≈94:6) the flat text does not display.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VECTOR → TRANSFORM → FEATURE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Digitize on the root, apply this lecture’s operation, and read out the hidden structure. The vector is the doorway; the latent feature is the room.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Reordering — a declared tool, not a violation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MANIPULATE TO REVEAL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Shuffle the roots to destroy the waveform; a real echo (94:5/94:6) survives as a matched shape, a coincidence does not.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ONE RULE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Any structure found by searching reorderings/configurations must still beat a null — or it is an artifact, not a feature. The shuffle null is itself a reordering.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anchor — read the feature back into the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INTERPRETIVE READ-BACK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peak reads back to a specific root (e.g. ءله); a matched waveform reads back to a real rhetorical repetition.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SEMANTIC vs FORMAL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Meaning-claims answer to the roots/sense; form-claims answer to the text’s structure + a null. Map back to nothing and the number is numerology.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beat the null AND random Arabic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NOT-RANDOM IS NOT ENOUGH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‘striking’ peak must beat random-Arabic: ءله peaking is expected (commonest root), not a discovery, until it exceeds the baseline.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GAUNTLET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verify → null → natural-language baseline → multiple-comparison correction → read-back. Most candidates die here; the survivors are real.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What is gained and lost when a verse becomes a waveform? Is 94:5≈94:6 a coincidence or a device — how would you test it?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86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SYNTHESIS</a:t>
            </a:r>
          </a:p>
          <a:p>
            <a:pPr algn="l">
              <a:spcAft>
                <a:spcPts val="1686"/>
              </a:spcAft>
            </a:pPr>
            <a:r>
              <a:rPr sz="27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waveform exposes prominence and repetition; read its shape before interpreting, and validate any peak against the baseline.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common pitfall — and the fix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PITFALL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Calling the tallest bar the ‘most important’ word — it is only the commonest root (ءله), not the key idea.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DO THIS INSTEAD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Compare the peak to random-Arabic; report prominence relative to the baseline, then read it back to the root.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this sits — the 17-lecture arc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five units · 17 lectures · root-anchored DSP on the āyah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· Foundations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1–3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88336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61487" y="1737360"/>
            <a:ext cx="2212848" cy="13716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B · in time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4–8  ← here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6903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0055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 · in frequency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9–11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05471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78623" y="1737360"/>
            <a:ext cx="2212848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 · info &amp; space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12–14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64040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37192" y="1737360"/>
            <a:ext cx="2212848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 · structure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15–17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343400"/>
            <a:ext cx="11430000" cy="22402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9"/>
              </a:spcAft>
            </a:pPr>
            <a:r>
              <a:rPr sz="25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Lecture 4 — The Waveform  (Unit B · Signal in time)</a:t>
            </a:r>
          </a:p>
          <a:p>
            <a:pPr algn="l">
              <a:spcAft>
                <a:spcPts val="999"/>
              </a:spcAft>
            </a:pPr>
            <a:r>
              <a:rPr sz="23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lecture is one DSP idea on real root-vectors, building from the waveform to frequency, to information and distance, to structure. Same anchor, one object.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 anchor · real verse · live transform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VERSE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enter 94:5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WAVEFORM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root-freq bars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MARKERS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peak·trough·range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COMPARE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overlay 94:6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Plot 94:5, read its peak/trough/range, then overlay 94:6 to see the near-identical echo — the waveform of a repetition.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and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waveform is literally the verse’s root-frequency sequence — exact and reproducible.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waveform is not the meaning; a tall peak is a common root, not an important idea.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Which features ‘matter’ is question-dependent; the raw waveform asserts nothing alone.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Reading a waveform — peaks, range, repetition — is the first move in audio, biomedical and sensor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0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90"/>
              </a:spcAft>
            </a:pPr>
            <a:r>
              <a:rPr sz="28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verse is a waveform of root-amplitudes; 94:5≈94:6 shows repetition as a repeated shape. Measure form before interpreting.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