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5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Sampling &amp; Quantization — turning the verse into samples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7"/>
              </a:spcAft>
            </a:pPr>
            <a:r>
              <a:rPr sz="2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choices set a digital signal: how finely we SAMPLE (one root = one sample) and how finely we QUANTIZE the amplitude. 103 وَالْعَصْرِ · إِنَّ الْإِنسَانَ لَفِي خُسْرٍ · إِلَّا الَّذِينَ آمَنُوا … is our test signal.</a:t>
            </a:r>
          </a:p>
          <a:p>
            <a:pPr algn="l">
              <a:spcAft>
                <a:spcPts val="1517"/>
              </a:spcAft>
            </a:pPr>
            <a:r>
              <a:rPr sz="2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Nyquist, aliasing, bit-depth, quantization error — the bedrock of digital signal processing,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sample, then quantize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SAMPLING = pick the points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Our sampling rule is fixed: one ROOT = one sample, in reading order. Coarsen it (drop roots, bin them) and you lose detail.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QUANTIZATION = round the value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Amplitude (root frequency) is rounded to a finite set of levels. Fewer levels (bits) = a coarser, blockier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Nyquist &amp; aliasing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SAMPLING RATE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many samples per unit. Too few and fast structure is missed or mis-seen.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NYQUIST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To capture a pattern you need ≥2 samples per cycle. The Ar-Raḥmān refrain (period 2) is right at this 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ALIASING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Under-sample and a fast pattern masquerades as a slow one — an artifact of the rate, not the verse.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103 Al-ʿAsr — the test signal at full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1069848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901" y="4045892"/>
            <a:ext cx="813084" cy="6890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9749" y="3099347"/>
            <a:ext cx="813084" cy="101545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9597" y="3877368"/>
            <a:ext cx="813084" cy="23743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445" y="1591055"/>
            <a:ext cx="813084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9293" y="3048790"/>
            <a:ext cx="813084" cy="1066009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9141" y="3554363"/>
            <a:ext cx="813084" cy="56043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78989" y="3970056"/>
            <a:ext cx="813084" cy="14474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8837" y="3253828"/>
            <a:ext cx="813084" cy="86097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685" y="3970056"/>
            <a:ext cx="813084" cy="14474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88533" y="3770636"/>
            <a:ext cx="813084" cy="34416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4617720"/>
            <a:ext cx="11430000" cy="1965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9"/>
              </a:spcAft>
            </a:pPr>
            <a:r>
              <a:rPr sz="27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 root samples, amplitude 1 … 879</a:t>
            </a:r>
          </a:p>
          <a:p>
            <a:pPr algn="l">
              <a:spcAft>
                <a:spcPts val="1109"/>
              </a:spcAft>
            </a:pPr>
            <a:r>
              <a:rPr sz="26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full-resolution root-frequency waveform of Sūrat al-ʿAsr. Every following step degrades this on purpose, to see what survives.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Quantization — the same verse at 3 levels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FULL → 3 LEVELS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Round each amplitude to one of three levels. The peaks survive; the fine differences between mid-frequency roots collapse — that lost detail is QUANTIZATION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BIT-DEPTH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 levels ≈ under 2 bits. More bits → finer amplitude → smaller error. The trade-off is resolution vs storage, exactly as in audio.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Aliasing — under-sampling invents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DROP EVERY OTHER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Halving the sampling rate can make two different verses look identical, or invent a periodicity that is not there. The pattern you ‘see’ is then a function of the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GUARD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Sample finely enough for the structure you seek (Nyquist), and declare the rate. Never read a periodicity without checking it is above the aliasing limit.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every ADC does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microphone, an ECG, a camera all sample-and-quantize the analog world; CD audio is 44.1 kHz × 16 bits. Aliasing is why wheels spin backwards on film.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Digitizing the verse is the same act: choose the sampling unit (the root) and the amplitude resolution, and know what each choice discards.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resolution is a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digital signal is fixed by two resolutions: how finely you sample (one root) and how finely you quantize amplitude.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Sampling rate and bit-depth recur in Fourier (L9) and filtering (L11) — every transform assumes a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Verse-length quartiles (root-tokens) across 6,236 āyāt: 4 / 7 / 11 / 20 (Q1 / median / Q3 / p95).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3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73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Sampling resolution is set by length; three-quarters of verses have ≤11 roots — the corpus, not a long example, sets the regime.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Quantization and bit-depth apply to any length — fine on a single āyah.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Aliasing/Nyquist claims about periodicity need enough samples — test at sūra/corpus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Sample = one root; amplitude = root frequency (ratio). Sampling rate and bit-depth are declared numbers, not free knobs.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coarse a measurement still preserves the verse’s shape — the resolution floor below which structure is lost.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Down-sample / re-quantize as a declared transform; a real feature survives moderate coarsening, an artifact appears or vanishes with the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surviving peak reads back to the root that made it; an aliased ‘periodicity’ reads back to nothing — it is a rate artifact.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periodicity must beat random Arabic AND exceed the aliasing limit before it counts as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few levels can 103 tolerate before its argument-shape is lost? When does down-sampling create a fake pattern?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Sampling and quantization are lossy by design; know the loss, declare the rate, and never read structure below Nyquist.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a periodicity from an under-sampled signal — it may be an aliasing artifact of the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Check the sampling rate against the pattern’s period (Nyquist); re-test at a finer rate before believing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  ← 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5 — Sampling &amp; Quantization  (Unit B · Signal in time)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103 Al-ʿAsr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BIT-DEPTH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levels slider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RATE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down-sample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ERROR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watch the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18"/>
              </a:spcAft>
            </a:pPr>
            <a:r>
              <a:rPr sz="28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18"/>
              </a:spcAft>
            </a:pPr>
            <a:r>
              <a:rPr sz="26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Slide bit-depth from full to 3 levels and watch the waveform blockify; halve the sampling rate and watch aliasing distort 103’s shape.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Sampling and quantization are exact, declared operations on the root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Treating a quantized/aliased artifact as real structure of the 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8"/>
              </a:spcAft>
            </a:pPr>
            <a:r>
              <a:rPr sz="28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48"/>
              </a:spcAft>
            </a:pPr>
            <a:r>
              <a:rPr sz="26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‘right’ resolution is question-dependent — stated, not assumed.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digital recording you own is sampled and quantized; Nyquist and aliasing govern audio, imaging and instrumentation.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root = one sample; round amplitude to levels; sample above Nyquist; declare the rate and know the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