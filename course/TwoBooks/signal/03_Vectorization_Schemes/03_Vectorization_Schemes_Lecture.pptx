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36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3</a:t>
            </a:r>
          </a:p>
          <a:p>
            <a:pPr algn="l">
              <a:spcAft>
                <a:spcPts val="736"/>
              </a:spcAft>
            </a:pPr>
            <a:r>
              <a:rPr sz="29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Vectorization Schemes — root, surface, morphology, frequency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verse, many signals. The ANCHOR is the ROOT (ریشه); surface form and morphology are complementary. 1:1 بِسْمِ اللَّهِ الرَّحْمَٰنِ الرَّحِيمِ → roots سمو·ءله·رحم·رحم → [381, 2848, 339, 339].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channel measures a different property of the same root-tokens; the choice is stated and validated.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many channels over one anchor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ANCHOR IS THE ROOT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channel is computed over the same roots (ریشه): the unit of meaning, as in NLP (stem/lemma) and biology (root↔codon).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CHANNELS LAYER ON TOP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Frequency, length, surface form, morphology, position, embedding — each turns the SAME roots into a different 1-D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levels of measurement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NOMINAL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IDENTITY (which of 1,702) is a LABEL — no arithmetic; one-hot or embed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4"/>
              </a:spcAft>
            </a:pPr>
            <a:r>
              <a:rPr sz="24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ORDINAL</a:t>
            </a:r>
          </a:p>
          <a:p>
            <a:pPr algn="l">
              <a:spcAft>
                <a:spcPts val="1434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Position is the index axis; morphological pattern can be ordered, not metric.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RATIO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FREQUENCY and LENGTH are true counts with a real zero — addable, averageable, transformable.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Channel A — root frequency (the anchor signal)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1:1 roots سمو · ءله · رحم · رحم — amplitude = corpus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77639"/>
            <a:ext cx="822960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75688" y="3641424"/>
            <a:ext cx="1563624" cy="33621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4023359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1819655"/>
            <a:ext cx="1563624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023359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672439"/>
            <a:ext cx="1563624" cy="30520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4023359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672439"/>
            <a:ext cx="1563624" cy="30520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023359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120640"/>
            <a:ext cx="11430000" cy="14630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7"/>
              </a:spcAft>
            </a:pPr>
            <a:r>
              <a:rPr sz="20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 = [381, 2848, 339, 339]</a:t>
            </a:r>
          </a:p>
          <a:p>
            <a:pPr algn="l">
              <a:spcAft>
                <a:spcPts val="677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ءله towers (2,848); رحم appears twice (رحمن and رحيم share the root رحم) — a repeated sample. Frequency exposes prominence and repetition.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Channel B — root length; Channel C — surface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LENGTH → [3, 3, 3, 3]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roots are overwhelmingly triliteral, so length is nearly flat — itself information: a weak discriminator at the root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SURFACE FORM → اسم · الله · رحمن · رحيم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inflected words restore what the root drops (the وزن pattern, definiteness) — richer surface, lower compression.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channels disagree, and that is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frequency (1:1)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3360121"/>
            <a:ext cx="867696" cy="24261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308580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سمو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3386866"/>
            <a:ext cx="867696" cy="21586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311254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3386866"/>
            <a:ext cx="867696" cy="21586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311254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length (1:1)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Frequency: spiky, informative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tall peak (ءله) and a repeated mid root (رحم×2) — prominence and repetition.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Length: flat, weak here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 triliteral → [3,3,3,3]. Same verse, different channel, almost no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Encoding nominal roots — when you must use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92"/>
              </a:spcAft>
            </a:pPr>
            <a:r>
              <a:rPr sz="2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ONE-HOT</a:t>
            </a:r>
          </a:p>
          <a:p>
            <a:pPr algn="l">
              <a:spcAft>
                <a:spcPts val="1492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root → a 0/1 vector of length 1,702. Sparse, exact, high-dimensional.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REPLACE-BY-FREQUENCY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Map each root to its count → collapses to the ratio channel. Simple, defensible.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EMBEDDING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Learn a dense vector per root from co-occurrence (Lecture 14). Numeric by construction.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channels in creation’s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patient measured by ECG, SpO₂, temperature; a gene by expression, methylation, conservation. Same object, many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verse measured over the same roots by frequency, length, morphology, embedding. The anchor fixes the unit; the channel fixes the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Type-token ratio across the 114 sūras ranges 0.15 → 0.56 (median) → 1.00 — channel behaviour is not uniform; every sūra is processed.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86"/>
              </a:spcAft>
            </a:pPr>
            <a:r>
              <a:rPr sz="27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Some sūras repeat roots heavily (low TTR), others never; the channel you pick must work across this whole range, not one verse.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Per-root channels (frequency, length, surface) read directly at āyah scale — no length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Combining channels into distances/embeddings, and any spectral reading, waits for sūra/corpus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channel is a stated rule over the roots: frequency/length are ratio counts; root-identity is nominal and is one-hot/embedded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Which representation exposes structure — here frequency reveals the ءله peak and the رحم repeat that length hides.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86"/>
              </a:spcAft>
            </a:pPr>
            <a:r>
              <a:rPr sz="27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Re-encode (scalar→one-hot), normalize, or reorder roots to test a channel’s sensitivity; a robust feature survives re-encoding.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channel-feature must name real roots: the 1:1 peak reads back to ءله, the repeat to رحم (رحمن/رحيم).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channel that ‘separates’ verses must beat random-Arabic separation; generic Zipf structure is shared by every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channel is the most ‘honest’ — and which the most arbitrary? When would surface form beat the root anchor?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Anchor on the root; choose the channel for the question; one verse yields many signals, all over the same unit.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Treating root-IDENTITY numbers as magnitudes — averaging ‘root #500 and #1700’ is meaningless.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 root FREQUENCY/length (ratio) directly; for identity, one-hot or embed before any arithmetic.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  ← here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3 — Vectorization Schemes  (Unit A · Foundations)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enter 1:1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CHANNEL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root/surface/morph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SIGNAL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see the bars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NORMALIZE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z-score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5"/>
              </a:spcAft>
            </a:pPr>
            <a:r>
              <a:rPr sz="27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055"/>
              </a:spcAft>
            </a:pPr>
            <a:r>
              <a:rPr sz="24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Switch channels on 1:1 and watch the signal change while the roots stay fixed. Reproduce [381, 2848, 339, 339], then flip to length [3,3,3,3].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Channels are real, computable, distinct — faithful measurements of the root-tokens.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a channel AS meaning: the numbers measure form/frequency, not sense.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channel is ‘best’ is question-dependent — a modeling choice the text does not dictate.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Feature engineering — choosing how to represent data — is the heart of NLP and ML; the channel decides what you can see.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Anchor on the ROOT; layer channels on top; declare, normalize, validate each like any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