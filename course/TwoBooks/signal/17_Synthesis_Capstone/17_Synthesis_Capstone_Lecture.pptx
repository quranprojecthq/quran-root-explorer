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17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 &amp; Capstone — one verse, the whole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close by running the entire course on one verse, anchored on its ROOTS, and auditing every step. 1:1 بِسْمِ اللَّهِ الرَّحْمَٰنِ الرَّحِيمِ → roots سمو·ءله·رحم·رحم → [381, 2848, 339, 339].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Digitize → transform → validate → read back, end to end, on the root anchor.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arc — five units, one object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BUILT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(foundations) → B (waveform, sampling, smoothing, convolution, autocorrelation) → C (Fourier, rhythm, filtering) → D (energy, distance, embeddings) → E (PCA, clustering).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ANCHOR THROUGHOUT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tool acted on the ROOT signal — the unit of meaning — with surface and morphology as complements. Same object, seventeen lenses.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Step 1–2 — digitize and read the waveform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1:1 roots سمو·ءله·رحم·رحم — the capstone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886200"/>
            <a:ext cx="822960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75688" y="3562217"/>
            <a:ext cx="1563624" cy="323982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3931920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1819655"/>
            <a:ext cx="1563624" cy="2066544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3931920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591883"/>
            <a:ext cx="1563624" cy="29431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3931920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591883"/>
            <a:ext cx="1563624" cy="29431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3931920"/>
            <a:ext cx="214884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502920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28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x = [381, 2848, 339, 339]</a:t>
            </a:r>
          </a:p>
          <a:p>
            <a:pPr algn="l">
              <a:spcAft>
                <a:spcPts val="72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Waveform: a tall peak (ءله) and a repeated mid root (رحم×2) — prominence and repetition, the verse’s form before its sense.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Step 3–4 — transform and 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72"/>
              </a:spcAft>
            </a:pPr>
            <a:r>
              <a:rPr sz="2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SMOOTH / DIFFERENCE</a:t>
            </a:r>
          </a:p>
          <a:p>
            <a:pPr algn="l">
              <a:spcAft>
                <a:spcPts val="1472"/>
              </a:spcAft>
            </a:pPr>
            <a:r>
              <a:rPr sz="23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Trend vs change across the four roots (L6); convolution with a kernel (L7).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ENERGY / ENTROPY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Magnitude and variety of the root signal (L12) — two scalars placing 1:1 among the sūras.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5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 / EMBED</a:t>
            </a:r>
          </a:p>
          <a:p>
            <a:pPr algn="l">
              <a:spcAft>
                <a:spcPts val="1415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Compare 1:1 to other openings (L13); رحم sits by غفر in embedding space (L14).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Step 5 — validate, the whole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 NULL + BASELINE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claim about 1:1 is checked: beat a sampled null, beat random Arabic, correct for the search. The repeated رحم is real; a ‘pattern’ that is generic to Arabic is dropped.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READ BACK TO THE TEXT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peak reads back to ءله, the repeat to رحم (رحمن/رحيم). A feature that maps to nothing is an artifact — not a finding.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course can — and cannot —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CAN</a:t>
            </a:r>
          </a:p>
          <a:p>
            <a:pPr algn="l">
              <a:spcAft>
                <a:spcPts val="1552"/>
              </a:spcAft>
            </a:pPr>
            <a:r>
              <a:rPr sz="25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Qur’an’s root signals are real, measurable, and analysable with the full DSP/representation toolkit; some structure (refrains, period-2 in Ar-Raḥmān, semantic embeddings) is specific and beats baselines.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CANNOT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That signal analysis reveals hidden ‘scientific miracles,’ or that meaning lives in the numbers. Most structure is generic to Arabic; the specific residue is small, earned, and honest.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the Two Books, closed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Genomics and astronomy read their signals with these exact tools and the exact same discipline — null, baseline, correction, interpretation.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read the Book of Scripture’s root signals the same way — side by side with creation, one Author, never collapsed.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vectorize, transform, VALIDATE, read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whole course is one habit: anchor on the root, apply a transform, beat null+baseline, and read the result back into the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habit guards any data claim you meet — in scripture, science, or a headline.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capstone pipeline is validated on corpus-wide statistics (6,236 āyāt, 114 sūras) before any single-verse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verse is walked end-to-end for teaching; its claims are checked against the whole corpus.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capstone verse illustrates every tool at āyah scale where valid.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Spectral/cluster claims about 1:1 are deferred to sūra/corpus scale, as the scale rule demands.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amplitude is a root measurement; every step is a declared, reproducible operation on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full set of latent features — prominence, repetition, rhythm, similarity, semantic neighbours, principal axes.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Reordering, projecting and clustering are all declared transforms; each feature found still faces the null.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claim about 1:1 reads back to its roots and the text — the anchor that keeps the course honest.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Nothing is believed until it beats a sampled null AND random Arabic and survives the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Which single tool taught you the most about the text? Where did the method most often say ‘no’?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verse, the whole pipeline: digitize on the root, transform, validate, read back — disciplined wonder.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Ending on a flourish that skips validation — the temptation the whole course was built to resist.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Run the full gauntlet on every capstone claim; present only what beats null, baseline and search, and reads back.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  ←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17 — Synthesis &amp; Capstone  (Unit E · Structure &amp; synthesis)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pick any āyah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CHANNEL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anchor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TRANSFORM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tool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AUDIT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null·baseline·read-back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63"/>
              </a:spcAft>
            </a:pPr>
            <a:r>
              <a:rPr sz="27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063"/>
              </a:spcAft>
            </a:pPr>
            <a:r>
              <a:rPr sz="25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Run the full pipeline on a verse of your choice: digitize on the roots, transform, and audit every claim against null, baseline and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end-to-end pipeline on 1:1 is exact, reproducible, and validated at each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0"/>
              </a:spcAft>
            </a:pPr>
            <a:r>
              <a:rPr sz="22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30"/>
              </a:spcAft>
            </a:pPr>
            <a:r>
              <a:rPr sz="21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capstone claim that skips the null/baseline or fails to read back to the roots.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Spectral/cluster claims on a 4-root verse — deferred to the proper scale, never asserted.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course is a transferable method: vectorize text, transform, and validate before believing — the core of NLP and data science.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6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76"/>
              </a:spcAft>
            </a:pPr>
            <a:r>
              <a:rPr sz="28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Anchor on the ROOT; digitize → transform → beat null + random Arabic → read back. Disciplined wonder, two Books, one Author.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