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559"/>
              </a:spcAft>
            </a:pPr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Course Synthesis</a:t>
            </a:r>
          </a:p>
          <a:p>
            <a:pPr algn="l">
              <a:spcAft>
                <a:spcPts val="559"/>
              </a:spcAft>
            </a:pPr>
            <a:r>
              <a:rPr sz="22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 &amp; Findings — the Qur'an's latent structure is RELATIONAL, not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49"/>
              </a:spcAft>
            </a:pPr>
            <a:r>
              <a:rPr sz="26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course-level review of the 17 lectures plus the char-level probe. The headline: every Qur'an-specific structure we could validate was ORGANIZATIONAL (repetition, grouping, position); every local CONTENT statistic (frequency, length, entropy) was generic to Arabic.</a:t>
            </a:r>
          </a:p>
          <a:p>
            <a:pPr algn="l">
              <a:spcAft>
                <a:spcPts val="1449"/>
              </a:spcAft>
            </a:pPr>
            <a:r>
              <a:rPr sz="25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Root-anchored, all figures from Book6 (6,236 āyāt); every claim run through the gauntlet — null, natural-language baseline, FDR, read-back.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meta-thesis — where the latent structure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DETECTABLE LATENT STRUCTURE IS RELATIONAL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Across both courses, what survived validation was always organizational: repetition across verses, grouping/indexing across sūras, position. Structure lives in RELATIONS between units.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NOT IN LOCAL CONTENT STATISTICS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Per-unit content channels — root/letter frequency, word length, entropy at the āyah scale — carried nothing Qur'an-specific; they matched random Arabic. Content is the generic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we did — the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OBJECT, MANY LENSES</a:t>
            </a:r>
          </a:p>
          <a:p>
            <a:pPr algn="l">
              <a:spcAft>
                <a:spcPts val="1394"/>
              </a:spcAft>
            </a:pPr>
            <a:r>
              <a:rPr sz="2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Digitized each āyah on the ROOT anchor and read it with the full DSP / representation toolkit (waveform → sampling → smoothing → convolution → autocorrelation → Fourier → filtering → energy/entropy → distance → embeddings → PCA → clustering), then probed the character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DISCIPLINE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Nothing believed until it passed: verify → sampled null → natural-language baseline → multiple-comparison correction → read-back → scale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negative result — content signals are generic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Generic features: Qur'an vs random Arabic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043" y="2033015"/>
            <a:ext cx="867696" cy="156971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75869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5992" y="2033015"/>
            <a:ext cx="867696" cy="15697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5638" y="175869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root-Zipf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49679" y="3160735"/>
            <a:ext cx="867696" cy="442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325" y="288641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8628" y="3160735"/>
            <a:ext cx="867696" cy="442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8274" y="288641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top-10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1444751"/>
            <a:ext cx="155448" cy="155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Qur'an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81528" y="1444751"/>
            <a:ext cx="155448" cy="1554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Char redundancy (letters)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053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51"/>
              </a:spcAft>
            </a:pPr>
            <a:r>
              <a:rPr sz="18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Frequency / length / entropy: nothing specific</a:t>
            </a:r>
          </a:p>
          <a:p>
            <a:pPr algn="l">
              <a:spcAft>
                <a:spcPts val="851"/>
              </a:spcAft>
            </a:pPr>
            <a:r>
              <a:rPr sz="17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Root-Zipf slope (−0.76) and function-word share (0.21) are IDENTICAL in matched random Arabic; āyah-scale spectra are too short to read. Local content = the generic baseline.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Real, but generic to the language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char stream carries genuine memory (redundancy 23.8%) — but that is a property of Arabic orthography, not a feature of the Qur'an.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positive result — muqaṭṭaʿāt as 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Same-tag sūras cluster (label-perm 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p=2e-5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muṣḥaf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p=2e-5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nuzūl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حم family — revelation slots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1239" y="1954045"/>
            <a:ext cx="495826" cy="164869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1153" y="1679725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1992" y="1926566"/>
            <a:ext cx="495826" cy="167616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1906" y="1652246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9529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2745" y="1899088"/>
            <a:ext cx="495826" cy="17036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2659" y="1624768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282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63498" y="1871610"/>
            <a:ext cx="495826" cy="173112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412" y="1597290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1035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251" y="1844132"/>
            <a:ext cx="495826" cy="175860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4166" y="1569812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1788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65005" y="1816654"/>
            <a:ext cx="495826" cy="178608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4919" y="1542334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2541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65758" y="1789176"/>
            <a:ext cx="49582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5672" y="1514856"/>
            <a:ext cx="71528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3294" y="3639311"/>
            <a:ext cx="800753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INDEX sūra-families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Over ALL 29 muqaṭṭaʿāt sūras, the specific tag predicts contiguity in muṣḥaf AND revelation order (label-permutation p=2×10⁻⁵) — beyond muqaṭṭaʿāt sūras clustering anyway.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حم revealed 60–66, seven in a row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Ḥawāmīm (40–46) were revealed consecutively; الر (10–15) revealed 51–54 consecutively. A pointer that addresses a contiguous family.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Even the 1-D 'hit' was relational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74"/>
              </a:spcAft>
            </a:pPr>
            <a:r>
              <a:rPr sz="28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PERIOD-2 = REPETITION ACROSS VERSES</a:t>
            </a:r>
          </a:p>
          <a:p>
            <a:pPr algn="l">
              <a:spcAft>
                <a:spcPts val="1574"/>
              </a:spcAft>
            </a:pPr>
            <a:r>
              <a:rPr sz="2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only baseline-beating result inside the signal course — Ar-Raḥmān's period-2 refrain (autocorr +0.75, FFT 2.05) — is itself organizational: a structure spanning verses, not a property of any one āyah.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PATTERN IS CONSISTENT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Refrains, period-2, muqaṭṭaʿāt pointers — every validated finding is about relations between units. The reframe is forced by the data, not imposed.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Findings — content vs organizational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CONTENT (generic)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Root/letter frequency, word length, āyah entropy, surface similarity — all match random Arabic or are artifacts.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ORGANIZATIONAL (specific)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Muqaṭṭaʿāt pointers (p=2e-5); refrains 7.1% vs 0.81%; Ar-Raḥmān period-2. Relations between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SEMANTIC (unproven)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Embeddings recover known associations; muqaṭṭaʿāt families are NOT semantically distinct (label-perm p=0.27).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1-D content found nothing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TOO SHORT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Median āyah = 7 roots — far too short for spectral/long-range content analysis; the scale rule pushed every such tool to sūra/corpus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WRONG LEVEL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Content statistics measure a unit in isolation. The structure is between units — so the productive object is the sūra-sequence / corpus graph, not the āyah-token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Significance —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TRANSFERABLE DISCIPLINE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lasting product is a pipeline that refuses belief until a result beats a null, beats a natural-language baseline, survives the search, and reads back. It caught spectacular false positives (the muqaṭṭaʿāt-frequency claim, p≈0 under a weak null) and killed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INTEGRITY DEMONSTRATED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method that says 'no' to most things — and it did — is trustworthy when it says 'yes' (the pointer result).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Significance — the Two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INTEGRATION IN THE LEARNER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 applied creation's method (measurement, null, baseline) to the Word. The bridge is epistemic — one coherent, disciplined stance — not a merging of texts.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STRUCTURE, NOT MIRACLE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Qur'an has real, measurable organization (an indexing system of disjoint letters); this is read as design-of-arrangement, never as a numeric 'miracle.'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it means — and what it does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MEANS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Qur'an carries genuine ORGANIZATIONAL structure: the muqaṭṭaʿāt index contiguous sūra-families in book and revelation order — a validated, non-obvious feature.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DOES NOT MEAN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hidden code in letter counts, no semantic secret in the tags, no 'scientific miracle.' Content statistics are generic; meaning is read back by a human.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Limitations — stated plainly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KNOWN GROUPINGS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Ḥawāmīm/Alif-Lām-Mīm families are known to scholarship; the value-add is rigorous validation + the nuzūl-contiguity quantification.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RECONSTRUCTED NUZŪL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Revelation order is a scholarly reconstruction; that result inherits its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HYPOTHESIS, NOT LAW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'Latent structure is relational' is what the evidence so far indicates — a finite set of channels tested, not 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reframe — 1-D as foundation, relational as frontier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7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1-D EARNED THE PIVOT</a:t>
            </a:r>
          </a:p>
          <a:p>
            <a:pPr algn="l">
              <a:spcAft>
                <a:spcPts val="1529"/>
              </a:spcAft>
            </a:pPr>
            <a:r>
              <a:rPr sz="25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signal course is the foundation and the honest negative control: it teaches the method and the substrate, and establishes that āyah-level content is generic — which LICENSES the move to relational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FRONTIER IS RELATIONAL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structure actually lives: grouping, networks, the sūra-as-2-D-image. Same vectorized substrate, relational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diversity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EXAMPLES ILLUSTRATE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Worked verses (112:1, Ar-Raḥmān, the muqaṭṭaʿāt) are teaching cases. Every test ran across all applicable āyāt/sūras.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CORPUS VALIDATES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distributions and ALL 29 muqaṭṭaʿāt sūras back the verdict — no cherry-picking.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Muqaṭṭaʿāt as positional pointers (label-perm p=2×10⁻⁵, all 29); refrains and period-2 (organizational).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Letter/root frequency, length, entropy as Qur'an-specific (generic to Arabic); muqaṭṭaʿāt as semantic tags (p=0.27).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relational structure is exhaustive — only a finite set of channels tested; the hunt continues.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should be done next — relational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NETWORKS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co-occurrence graphs; sūra-similarity networks — structure as edges, not amplitudes.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POINTER MODEL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Formalize what each tag indexes (family, revelation phase, role); test singletons as unique pointers.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2-D IMAGE COURSE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Sūra as āyah×feature matrix; the spectrogram bridge (L16) leads here — one dimension 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researchers — extend it honestly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CONTRACT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Anchor on the root; ask RELATIONAL questions; declare channel, null, baseline, threshold first; correct for the search; read back; report effect size.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WHAT'S MISSING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 external Arabic corpus (for semantic/acrostic baselines) and verified nuzūl data would sharpen the next round.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one validated latent feature — a 2-D block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muqaṭṭaʿāt sūras tag contiguous families — a relational pattern best seen as a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حم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sūras 40–46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الر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sūras 10–15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1828800"/>
            <a:ext cx="265176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الم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sūras 2–32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828800"/>
            <a:ext cx="265176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طسم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sūras 26–28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41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Pointers, not content</a:t>
            </a:r>
          </a:p>
          <a:p>
            <a:pPr algn="l">
              <a:spcAft>
                <a:spcPts val="1241"/>
              </a:spcAft>
            </a:pPr>
            <a:r>
              <a:rPr sz="25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multi-member family is contiguous in muṣḥaf AND revelation order (label-permutation p=2×10⁻⁵ over all 29). The muqaṭṭaʿāt also flag the long sūras (median 85 vs 26 verses, p=2×10⁻⁵). They index WHERE related sūras sit — a 2-D/relational object, not a 1-D content signal.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handoff — from 1-D signal to 2-D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37"/>
              </a:spcAft>
            </a:pPr>
            <a:r>
              <a:rPr sz="27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2-D NEXT</a:t>
            </a:r>
          </a:p>
          <a:p>
            <a:pPr algn="l">
              <a:spcAft>
                <a:spcPts val="1537"/>
              </a:spcAft>
            </a:pPr>
            <a:r>
              <a:rPr sz="25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validated structure is relational; relations are matrices. The sūra-as-image (āyah×feature), root co-occurrence matrices, and similarity matrices are where this lives. The spectrogram (L16) was the bridge.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SAME DISCIPLINE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anchor, sampled null, natural-language baseline, FDR, read-back — carried unchanged into the image course. No drift.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repeatable, honest pipeline for reading text as data — and a clear lesson: hunt structure in RELATIONS, not in local content statistics.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Qur'an's validated latent feature is organizational — the muqaṭṭaʿāt index contiguous sūra-families. Content was generic; relations were real. Method first; wonder, kept honest.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