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82"/>
              </a:spcAft>
            </a:pPr>
            <a:r>
              <a:rPr sz="1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· Ayah as Signal (1-D) · Lecture 14</a:t>
            </a:r>
          </a:p>
          <a:p>
            <a:pPr algn="l">
              <a:spcAft>
                <a:spcPts val="782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Embeddings — the root as a point in meaning-space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Instead of one number per root, learn a whole VECTOR from how roots co-occur. Roots used in similar contexts land near each other. Learned over 51,044 root-tokens, رحم’s nearest neighbour is غفر (0.82).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Vector space, dimensionality, semantic axes, nearest neighbours — a real, read-back-able result. Figures from Book6.xlsx.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idea — meaning from company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DISTRIBUTIONAL HYPOTHESIS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‘A root is known by the company it keeps.’ Build each root a vector from the roots it co-occurs with across āyāt; similar contexts → similar vectors.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FROM LABEL TO MEANING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This finally turns the NOMINAL root-identity into a numeric vector that RESPECTS meaning — the proper way to use identity in DSP/ML.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Conceptual foundation — the embedding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VECTOR SPACE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Each of 1,702 roots → a dense vector (here 50-D from PPMI+SVD over co-occurrence).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24"/>
              </a:spcAft>
            </a:pPr>
            <a:r>
              <a:rPr sz="27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NEAREST NEIGHBOURS</a:t>
            </a:r>
          </a:p>
          <a:p>
            <a:pPr algn="l">
              <a:spcAft>
                <a:spcPts val="1624"/>
              </a:spcAft>
            </a:pPr>
            <a:r>
              <a:rPr sz="26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Cosine in this space ranks the closest roots — its ‘semantic field.’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80"/>
              </a:spcAft>
            </a:pPr>
            <a:r>
              <a:rPr sz="23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SEMANTIC AXES</a:t>
            </a:r>
          </a:p>
          <a:p>
            <a:pPr algn="l">
              <a:spcAft>
                <a:spcPts val="1380"/>
              </a:spcAft>
            </a:pPr>
            <a:r>
              <a:rPr sz="22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Directions in the space can align with meaning (mercy↔punishment, faith↔denial).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رحم — its semantic field, learned from the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Nearest roots to رحم (cosine)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0858" y="1789176"/>
            <a:ext cx="867696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504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غفر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2176" y="1899758"/>
            <a:ext cx="867696" cy="170297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1822" y="1625438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536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ءجر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3494" y="1899758"/>
            <a:ext cx="867696" cy="170297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140" y="1625438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668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فضل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4812" y="1988225"/>
            <a:ext cx="867696" cy="161451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4458" y="171390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00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هجر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Nearest roots to ءمن (faith)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75586" y="1789176"/>
            <a:ext cx="867696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5232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عمل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76904" y="1812426"/>
            <a:ext cx="867696" cy="179030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6550" y="1538106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0.77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009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هجر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78222" y="1835677"/>
            <a:ext cx="867696" cy="1767058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7868" y="1561357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0.76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141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طوع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79540" y="1858928"/>
            <a:ext cx="867696" cy="1743807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99186" y="1584608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2730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ءجر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رحم → غفر · ءجر · فضل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Mercy’s nearest roots are forgiveness (غفر 0.82), reward (ءجر), grace (فضل) — a coherent mercy-and-grace field, learned, not assigned.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ءمن → عمل · طوع · ءجر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Faith’s neighbours are deeds (عمل 0.78), obedience (طوع), reward (ءجر) — the Qur’an’s own pairing الذين آمنوا وعملوا الصالحات, recovered by geometry.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read-back — geometry that matches the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NEIGHBOURS ARE REAL KINSHIPS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ءله → طوع (obey), وکل (trust), رحم (mercy): the embedding places God beside obedience, reliance and mercy — relations the verses actually assert.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ANCHOR’S PAYOFF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Because we embed ROOTS (meaning units), neighbours are interpretable. Embedding surface tokens would mix in ال and grammar — less semantic.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Dual-domain — embeddings everywhere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word2vec/GloVe power search and translation; protein and gene embeddings predict function from sequence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method maps the Qur’an’s roots into a meaning-space where رحم sits by غفر — semantics made geometric.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idea — identity becomes geometry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 ONE LINE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Embeddings turn the nominal root into a dense vector whose distances mirror meaning (رحم≈غفر, ءمن≈عمل).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CARRIES FORWARD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This space is the input to clustering (L16) and the capstone (L17); the semantic anchor is decisive 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whole corpus — every āyah is a valid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WHOLE-CORPUS DISTRIBUTION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Embeddings are learned from co-occurrence over all 51,044 root-tokens (1,702 distinct roots).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DIVERSITY BY DESIGN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Neighbours of a root are judged within the full vocabulary, not a handful of hand-picked roots.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scale rule — match the tool to the length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ROBUST AT ĀYAH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root’s embedding is a corpus-learned object — it needs the whole corpus, not one verse.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NEEDS SŪRA / CORPUS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Embeddings are inherently corpus-scale; single-āyah ‘embeddings’ are not meaningful.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Criteria — the amplitude is a measurement, not a label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 MUST MEASURE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embedding is learned by a stated procedure (PPMI + SVD over co-occurrence); neighbours are reproducible.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ANCHOR = ROOT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Computed over root-tokens (ریشه); root IDENTITY is nominal and is encoded before any arithmetic. Frequency/length are ratio-scale and safe.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objective — the latent feature this surfaces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WE ARE HUNTING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Semantic neighbourhoods — meaning relations between roots that no single verse states outright.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VECTOR → TRANSFORM → FEATURE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Digitize on the root, apply this lecture’s operation, and read out the hidden structure. The vector is the doorway; the latent feature is the room.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Reordering — a declared tool, not a violation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MANIPULATE TO REVEAL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Re-train on shuffled contexts (a declared null): true neighbours (رحم↔غفر) collapse, confirming they come from real co-occurrence.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ONE RULE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Any structure found by searching reorderings/configurations must still beat a null — or it is an artifact, not a feature. The shuffle null is itself a reordering.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anchor — read the feature back into the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INTERPRETIVE READ-BACK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neighbour must read back to a genuine textual kinship — رحم↔غفر, ءمن↔عمل (faith-and-works) 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SEMANTIC vs FORMAL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Meaning-claims answer to the roots/sense; form-claims answer to the text’s structure + a null. Map back to nothing and the number is numerology.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beat the null AND random Arabic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NOT-RANDOM IS NOT ENOUGH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Neighbour cosines must beat a shuffled-context baseline before they count as semantic, not incidental.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GAUNTLET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verify → null → natural-language baseline → multiple-comparison correction → read-back. Most candidates die here; the survivors are real.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Why are رحم’s neighbours interpretable but a surface-token embedding’s would not be? What axis separates faith from denial?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SYNTHESIS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Embeddings turn root-identity into meaning-respecting geometry; رحم≈غفر and ءمن≈عمل are recovered, not imposed.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common pitfall — and the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PITFALL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Trusting neighbour lists without a shuffled-context null — co-occurrence can be incidental.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DO THIS INSTEAD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Compare neighbour cosines to a shuffled-context baseline; report only kinships that survive and read back to the text.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this sits — the 17-lecture arc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five units · 17 lectures · root-anchored DSP on the āyah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· Foundations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1–3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88336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1487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 · in time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4–8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6903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0055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 · in frequency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9–11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05471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78623" y="1737360"/>
            <a:ext cx="2212848" cy="13716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D · info &amp; space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12–14  ← here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64040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37192" y="1737360"/>
            <a:ext cx="2212848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 · structure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15–17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9"/>
              </a:spcAft>
            </a:pPr>
            <a:r>
              <a:rPr sz="25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Lecture 14 — Embeddings  (Unit D · Information &amp; space)</a:t>
            </a:r>
          </a:p>
          <a:p>
            <a:pPr algn="l">
              <a:spcAft>
                <a:spcPts val="999"/>
              </a:spcAft>
            </a:pPr>
            <a:r>
              <a:rPr sz="23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lecture is one DSP idea on real root-vectors, building from the waveform to frequency, to information and distance, to structure. Same anchor, one object.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 anchor · real verse · live transform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ROOT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enter رحم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EMBED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co-occurrence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NEIGHBOURS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top cosine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PROJECT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2-D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Type رحم and read its nearest roots (غفر 0.82, فضل, ءجر); switch to ءمن and watch the faith-and-works field appear.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and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Embedding neighbours are computed and reproducible; رحم↔غفر, ءمن↔عمل read back to real textual kinships.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Treating every neighbour as exact synonymy — cosine ranks association, not identity of meaning.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a far-down neighbour is ‘real’ needs the shuffled-context baseline — silent until checked.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Embeddings underpin modern search, translation and protein-function prediction.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Learn root vectors from co-occurrence; distances mirror meaning (رحم≈غفر); validate neighbours against a shuffled null and the 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