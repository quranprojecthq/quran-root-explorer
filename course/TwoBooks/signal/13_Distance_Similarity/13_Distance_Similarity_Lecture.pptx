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13</a:t>
            </a:r>
          </a:p>
          <a:p>
            <a:pPr algn="l">
              <a:spcAft>
                <a:spcPts val="78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Distance &amp; Similarity — comparing two verses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How alike are two verses as vectors? Euclidean distance, cosine similarity, correlation, and DTW each answer differently. Compared on the مُعَوِّذَتَان — 113 سُورَة الْفَلَق and 114 سُورَة النَّاس.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Cosine, Euclidean, DTW, the similarity matrix — read against a whole-corpus baseline. Figures from Book6.xlsx.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turn ‘alike’ into a number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DISTANCE vs SIMILARITY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Euclidean distance = how far apart two root-vectors sit; cosine similarity = how aligned their directions are (length-independent). Small distance / high cosine = alike.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WHY MULTIPLE METRICS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Cosine ignores magnitude; Euclidean does not; DTW allows stretch when lengths differ. The metric encodes what ‘similar’ means.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the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EUCLIDEAN / COSINE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√Σ(a−b)² vs a·b/|a||b|. Cosine is the workhorse for 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CORRELATION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Cosine of mean-centred vectors — shared shape, not shared size.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DTW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Dynamic Time Warping aligns sequences of different length by stretching — needed since 113 has 15 roots, 114 has 16.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113 vs 114 — the مُعَوِّذَتَان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Cosine similarity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113 vs 114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008053"/>
            <a:ext cx="1735392" cy="1594682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733733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corpus median pair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Length (root-tokens)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902523"/>
            <a:ext cx="1735392" cy="170021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628203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113 Al-Falaq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114 An-Nās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Above the typical pair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113 and 114 score cosine 0.58 vs a corpus median of 0.51 — the twin ‘refuge’ sūras are more alike than a random verse pair, as expected.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22"/>
              </a:spcAft>
            </a:pPr>
            <a:r>
              <a:rPr sz="22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Different lengths → use DTW</a:t>
            </a:r>
          </a:p>
          <a:p>
            <a:pPr algn="l">
              <a:spcAft>
                <a:spcPts val="1022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Al-Falaq (15 roots) and An-Nās (16) differ in length, so a fair comparison aligns them with DTW rather than truncating.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similarity matrix — comparing many at once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PAIR AT ONCE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Stack all verse-vectors and compute pairwise similarity → a matrix whose bright blocks are families of alike verses. Reordering it by similarity reveals the groups (Lecture 16).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SEED OF CLUSTERING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Distance is the raw material for embeddings (L14), PCA (L15) and clustering (L16) — everything ‘near/far’ starts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distance is everywhere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86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86"/>
              </a:spcAft>
            </a:pPr>
            <a:r>
              <a:rPr sz="27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Sequence alignment (BLAST) scores how similar two genes are; DTW matches speech to templates; cosine ranks documents in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metrics rank how alike two verses are — on the root anchor, against a corpus baseline. Similarity becomes measurable.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idea — the metric defines ‘similar’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ONE LINE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Cosine, Euclidean and DTW answer different questions; choose and declare one, and read its value against the corpus.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CARRIES FORWARD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Distances feed embeddings (L14), PCA (L15) and clustering (L16) — the whole of Unit E rests on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Cosine similarity over 5,000 random length-matched verse pairs: median 0.51, 90th pct 0.88.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113 vs 114 is read against this whole-corpus distribution of pair-similarities, never in isolation.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Single pair distances are robust at āyah scale; DTW handles unequal lengths.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full similarity matrix over all 6,236 verses is a corpus-scale computation.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Distances are exact functions of the root-vectors; the chosen metric is declared in advance.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Families of alike verses — the near/far structure the verse list does not show.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Reorder the similarity matrix by similarity (a declared permutation) to expose blocks; random reordering hides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‘near’ pair must read back to genuinely related verses (the twin refuge sūras), not coincidental overlap.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pair’s similarity must beat the corpus baseline (median 0.51) before it counts as unusually alike.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Why is cosine preferred over Euclidean for verses of different length? When is DTW worth its cost?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Distance turns ‘alike’ into a number; the مُعَوِّذَتَان sit above the typical pair — read against the whole corpus.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Calling two verses ‘similar’ from one metric without a baseline — most pairs already score ~0.5.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Declare the metric; compare to the corpus distribution; for unequal lengths use DTW, not truncation.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  ← here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13 — Distance &amp; Similarity  (Unit D · Information &amp; space)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PAIR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113 &amp; 114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METRIC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cosine/Euclid/DTW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SCORE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vs baseline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MATRIX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many at once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Score 113 vs 114 by cosine (0.58) against the corpus median (0.51); switch to DTW to align their unequal lengths.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12"/>
              </a:spcAft>
            </a:pPr>
            <a:r>
              <a:rPr sz="2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512"/>
              </a:spcAft>
            </a:pPr>
            <a:r>
              <a:rPr sz="24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Distances/similarities are exact, declared functions of the root-vectors.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33"/>
              </a:spcAft>
            </a:pPr>
            <a:r>
              <a:rPr sz="26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533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Reading a single similarity as ‘meaningful’ without the corpus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‘right’ metric is question-dependent — declared, not assumed.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Cosine ranks search results, BLAST aligns genes, DTW matches speech — distance is the basis of comparison.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9"/>
              </a:spcAft>
            </a:pPr>
            <a:r>
              <a:rPr sz="297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4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Pick and declare a metric on the root-vectors; the مُعَوِّذَتَان score above the typical pair; always read against the corpus.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