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960120"/>
            <a:ext cx="11430000" cy="13716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782"/>
              </a:spcAft>
            </a:pPr>
            <a:r>
              <a:rPr sz="19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TWO BOOKS · Ayah as Signal (1-D) · Lecture 9</a:t>
            </a:r>
          </a:p>
          <a:p>
            <a:pPr algn="l">
              <a:spcAft>
                <a:spcPts val="782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Fourier &amp; the Spectrum — the verse as frequencies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606040"/>
            <a:ext cx="11430000" cy="3977639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2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Any signal is a sum of sinusoids. The Fourier transform reports HOW MUCH of each frequency is present — the spectrum. Run on Sūrat ar-Raḥmān’s refrain indicator, it finds a sharp line at period ≈ 2.05 verses.</a:t>
            </a:r>
          </a:p>
          <a:p>
            <a:pPr algn="l">
              <a:spcAft>
                <a:spcPts val="152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DFT, frequency bins, magnitude, phase, Parseval — a real, baseline-backed spectral peak. Figures from Book6.xlsx (sūra-scale).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idea — decompose into sinusoids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TIME → FREQUENCY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DFT rewrites a length-N signal as a sum of N sinusoids. The magnitude spectrum says which periods carry the energy.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REPEAT IS A LINE</a:t>
            </a:r>
          </a:p>
          <a:p>
            <a:pPr algn="l">
              <a:spcAft>
                <a:spcPts val="169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pattern repeating every 2 verses shows up as a spike at frequency ½ — the spectral fingerprint of the refrain.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Conceptual foundation — bins, magnitude,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34"/>
              </a:spcAft>
            </a:pPr>
            <a:r>
              <a:rPr sz="244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FREQUENCY BINS</a:t>
            </a:r>
          </a:p>
          <a:p>
            <a:pPr algn="l">
              <a:spcAft>
                <a:spcPts val="1434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N samples → N/2 frequencies, from slow (whole-sūra) to fast (verse-to-verse).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MAGNITUDE &amp; PHASE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Magnitude = how much of that period; phase = where it starts. We read magnitude here.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PARSEVAL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Energy is conserved: total power in time = total power in frequency. A consistency check.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spectrum of Ar-Raḥmān’s refrain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Top spectral components (magnitude)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9795" y="1789176"/>
            <a:ext cx="1156928" cy="1813559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5899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15.3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f=0.49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8219" y="2298869"/>
            <a:ext cx="1156928" cy="1303866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4323" y="2024549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11.0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2472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f=0.50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76643" y="2544233"/>
            <a:ext cx="1156928" cy="1058502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2747" y="2269913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8.9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2089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f=0.46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Period (verses) at the peak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42397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1417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2.05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FFT peak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45033" y="1833409"/>
            <a:ext cx="1735392" cy="176932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4053" y="1559089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2.00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autocorr (L8)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dominant line at f ≈ 0.49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largest spectral component sits at frequency 0.49 → period ≈ 2.05 verses. The refrain is a near-pure tone in ‘verse-space.’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Frequency and autocorrelation agree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FFT period 2.05 matches the lag-2 autocorrelation peak from Lecture 8. Two independent tools, one period — that is corroboration.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Time ∗ kernel = frequency × spectrum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CONVOLUTION THEOREM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Convolution in time (Lecture 7) becomes multiplication in frequency. Filtering is just shaping the spectrum — the bridge to Lecture 11.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WHY IT MATTERS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Hard time-domain operations become easy in frequency. The FFT makes spectra computable in N log N — why digital audio exists.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Dual-domain — spectra everywhere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عالم التكوين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prism splits light into a spectrum; the ear runs a biological Fourier transform; stars, molecules and engines are identified by their spectral lines.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عالم التدوين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same transform reads the sūra: the refrain is a spectral line at period 2. Structure becomes a peak.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Key idea — repetition is a frequency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IN ONE LINE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periodic structure in time is a sharp peak in the spectrum; the Ar-Raḥmān refrain is a line at period ≈ 2.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CARRIES FORWARD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Dominant-frequency picking (L10) and filtering (L11) both operate on this spectrum.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Across the whole corpus — every āyah is a valid 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WHOLE-CORPUS DISTRIBUTION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79 of 114 sūras have ≥20 verses — the spectral-capable set; spectra are computed across all of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DIVERSITY BY DESIGN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Ar-Raḥmān is one case; the Fourier method runs on every long sūra, with the scale rule enforced.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scale rule — match the tool to the length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ROBUST AT ĀYAH SCALE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Only robust summaries (total power) are safe on a short āyah.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NEEDS SŪRA / CORPUS SCALE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spectrum itself needs many samples — computed here at SŪRA scale (78 verses), never on one verse.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Criteria — the amplitude is a measurement, not a label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NUMBER MUST MEASURE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DFT is an exact, declared linear transform of the root/indicator signal; magnitudes are reproducible.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ANCHOR = ROOT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Computed over root-tokens (ریشه); root IDENTITY is nominal and is encoded before any arithmetic. Frequency/length are ratio-scale and safe.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objective — the latent feature this surfaces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WHAT WE ARE HUNTING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Periodic structure — the refrain’s period, surfaced as a spectral peak the verse-list hides.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VECTOR → TRANSFORM → FEATURE</a:t>
            </a:r>
          </a:p>
          <a:p>
            <a:pPr algn="l">
              <a:spcAft>
                <a:spcPts val="1671"/>
              </a:spcAft>
            </a:pPr>
            <a:r>
              <a:rPr sz="27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Digitize on the root, apply this lecture’s operation, and read out the hidden structure. The vector is the doorway; the latent feature is the room.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Reordering — a declared tool, not a violation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MANIPULATE TO REVEAL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Phase-scramble the spectrum (a declared null) to destroy structure while keeping power; the real peak does not survive scrambling.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THE ONE RULE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Any structure found by searching reorderings/configurations must still beat a null — or it is an artifact, not a feature. The shuffle null is itself a reordering.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anchor — read the feature back into the 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INTERPRETIVE READ-BACK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spectral line reads back to an actual repeated verse (the refrain), not to an abstract frequency.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SEMANTIC vs FORMAL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Meaning-claims answer to the roots/sense; form-claims answer to the text’s structure + a null. Map back to nothing and the number is numerology.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Validation — beat the null AND random Arabic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NOT-RANDOM IS NOT ENOUGH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peak must beat a phase-randomized null AND random Arabic; here it does, matching the autocorrelation.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GAUNTLET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verify → null → natural-language baseline → multiple-comparison correction → read-back. Most candidates die here; the survivors are real.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Synthesis &amp;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FOR DISCUSSION</a:t>
            </a:r>
          </a:p>
          <a:p>
            <a:pPr algn="l">
              <a:spcAft>
                <a:spcPts val="169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Why do FFT and autocorrelation report the same period? What would a verse with NO dominant frequency look like?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SYNTHESIS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spectrum turns repetition into a peak; frequency and autocorrelation corroborate the same period-2 refrain.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 common pitfall — and the fix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THE PITFALL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Reading meaning into tiny spectral bumps (spectral leakage / noise) without a null.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DO THIS INSTEAD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Window the signal, compare peaks to a phase-randomized null, and report only lines that clear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Where this sits — the 17-lecture arc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five units · 17 lectures · root-anchored DSP on the āyah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212848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· Foundations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1–3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88336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61487" y="1737360"/>
            <a:ext cx="2212848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B · in time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4–8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46903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0055" y="1737360"/>
            <a:ext cx="2212848" cy="137160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C · in frequency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9–11  ← here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205471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78623" y="1737360"/>
            <a:ext cx="2212848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D · info &amp; space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12–14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464040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537192" y="1737360"/>
            <a:ext cx="2212848" cy="137160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 · structure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15–17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4343400"/>
            <a:ext cx="11430000" cy="22402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99"/>
              </a:spcAft>
            </a:pPr>
            <a:r>
              <a:rPr sz="257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Lecture 9 — Fourier &amp; the Spectrum  (Unit C · In frequency)</a:t>
            </a:r>
          </a:p>
          <a:p>
            <a:pPr algn="l">
              <a:spcAft>
                <a:spcPts val="999"/>
              </a:spcAft>
            </a:pPr>
            <a:r>
              <a:rPr sz="23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Each lecture is one DSP idea on real root-vectors, building from the waveform to frequency, to information and distance, to structure. Same anchor, one object.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app — explore it live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root anchor · real verse · live transform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① SŪRA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Ar-Raḥmān 55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09544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19272" y="1737360"/>
            <a:ext cx="2724912" cy="12344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② SIGNAL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refrain indicator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25896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35624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③ FFT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magnitude spectrum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42248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51976" y="1737360"/>
            <a:ext cx="2724912" cy="123444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④ PEAK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read the period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4251960"/>
            <a:ext cx="11430000" cy="23317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0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Hands on the data</a:t>
            </a:r>
          </a:p>
          <a:p>
            <a:pPr algn="l">
              <a:spcAft>
                <a:spcPts val="1180"/>
              </a:spcAft>
            </a:pPr>
            <a:r>
              <a:rPr sz="278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Transform the refrain indicator and read the dominant line at f≈0.49 (period≈2.05) — the same period the autocorrelation found.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Audit — supported, broken, and silent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48"/>
              </a:spcAft>
            </a:pPr>
            <a:r>
              <a:rPr sz="22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SUPPORTED</a:t>
            </a:r>
          </a:p>
          <a:p>
            <a:pPr algn="l">
              <a:spcAft>
                <a:spcPts val="1348"/>
              </a:spcAft>
            </a:pPr>
            <a:r>
              <a:rPr sz="21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Ar-Raḥmān’s refrain is a spectral line at period ≈ 2.05, matching autocorrelation and beating a baseline.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3"/>
              </a:spcAft>
            </a:pPr>
            <a:r>
              <a:rPr sz="232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BREAKS</a:t>
            </a:r>
          </a:p>
          <a:p>
            <a:pPr algn="l">
              <a:spcAft>
                <a:spcPts val="1363"/>
              </a:spcAft>
            </a:pPr>
            <a:r>
              <a:rPr sz="21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Over-reading spectral leakage/noise as structure without a phase-randomized null.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SILENT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spectrum of a single short āyah is meaningless — silent until computed at sūra scale.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Real-world relevance &amp;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REAL-WORLD RELEVANCE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Fourier analysis identifies stars, compresses audio (MP3), and powers every spectrum analyzer.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TAKEAWAY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Decompose the sūra-scale signal into frequencies; a refrain is a peak; corroborate with autocorrelation and a null.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