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12"/>
              </a:spcAft>
            </a:pPr>
            <a:r>
              <a:rPr sz="1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16</a:t>
            </a:r>
          </a:p>
          <a:p>
            <a:pPr algn="l">
              <a:spcAft>
                <a:spcPts val="712"/>
              </a:spcAft>
            </a:pPr>
            <a:r>
              <a:rPr sz="28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Clustering &amp; the Spectrogram — grouping, and the bridge to 2-D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98"/>
              </a:spcAft>
            </a:pPr>
            <a:r>
              <a:rPr sz="2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Clustering groups sūras that are alike, with no labels given. On their root-features the 114 sūras fall into two natural groups of 62 and 52 — separated mainly by length (mean 26 vs 89 verses).</a:t>
            </a:r>
          </a:p>
          <a:p>
            <a:pPr algn="l">
              <a:spcAft>
                <a:spcPts val="149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k-means, silhouette, the spectrogram (time-frequency) — and the bridge to the 2-D image course. Figures from Book6.xlsx (corpus-scale).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let the data group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UNSUPERVISED GROUPING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 labels: cluster sūras by proximity in feature/PCA space. The groups that emerge are the corpus’s own structure, not 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SPECTROGRAM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Slide a window along a long signal and stack its spectra → a 2-D time-frequency image. This is the bridge from 1-D signals to the 2-D image course.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clustering &amp; STFT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7"/>
              </a:spcAft>
            </a:pPr>
            <a:r>
              <a:rPr sz="23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k-MEANS</a:t>
            </a:r>
          </a:p>
          <a:p>
            <a:pPr algn="l">
              <a:spcAft>
                <a:spcPts val="1397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Pick k centres; assign each sūra to the nearest; recompute; repeat. Declared 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SILHOUETTE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Measures how well-separated the clusters are — validates k against alternatives.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0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STFT → SPECTROGRAM</a:t>
            </a:r>
          </a:p>
          <a:p>
            <a:pPr algn="l">
              <a:spcAft>
                <a:spcPts val="1330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Short-time Fourier transform: spectrum vs position — a 2-D picture of a 1-D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114 sūras — two natural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 sizes (114 sūras)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5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 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081685"/>
            <a:ext cx="1735392" cy="15210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80736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verses per cluster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082835"/>
            <a:ext cx="1735392" cy="5199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8085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59"/>
              </a:spcAft>
            </a:pPr>
            <a:r>
              <a:rPr sz="2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A: 62 short sūras (~26 verses)</a:t>
            </a:r>
          </a:p>
          <a:p>
            <a:pPr algn="l">
              <a:spcAft>
                <a:spcPts val="115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larger cluster gathers the short, dense sūras — many Meccan in character (short, high root-turnover).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93"/>
              </a:spcAft>
            </a:pPr>
            <a:r>
              <a:rPr sz="26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B: 52 long sūras (~89 verses)</a:t>
            </a:r>
          </a:p>
          <a:p>
            <a:pPr algn="l">
              <a:spcAft>
                <a:spcPts val="1193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other gathers the long sūras (~89 verses) — the length axis dominates the split, as PCA predicted.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Honesty — clusters describe, they do not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THE SPLIT IS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is a LENGTH/richness split (the PC1 axis), and it loosely tracks the Meccan/Medinan contrast — but we computed length, not revelation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IT IS NOT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do not claim to have recovered Meccan/Medinan from signal alone; that would need the actual labels and a validated test. Clusters describe variation; they do not name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clustering &amp; spectrograms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Clustering groups cell types in genomics; spectrograms read speech, birdsong, seismic waves and gravitational chirps.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tools group sūras and turn a sūra’s signal into a 2-D image — handing off to the surah-as-image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structure without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Clustering finds the corpus’s own groups (here a length/richness split of 114 sūras); the spectrogram turns 1-D into 2-D.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is the bridge to the image course — and the capstone (L17) ties every tool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Clustering partitions all 114 sūras; 29 carry refrains and 79 are long — structure spans the corpus.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Clusters are formed from every sūra; none is excluded to make the picture tidy.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single sūra can be turned into a spectrogram if long enough.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Clustering is a statement about ALL 114 sūras — purely corpus-scale.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Features are ratio measurements; k and the metric are declared; cluster assignment is reproducible from a fixed seed.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corpus’s own groupings — families of sūras, and the time-frequency structure of a sūra.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Reorder the similarity matrix by cluster (declared) to reveal blocks; silhouette guards against imposing groups that aren’t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cluster must read back to a real shared trait (length/richness here), not a tidy artifact of the chosen 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 structure must beat a null (random features give weak silhouettes) before it is called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the two-cluster split really track Meccan/Medinan — how would you TEST that with the labels? Is k=2 best by silhouette?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Clustering reveals a length/richness split of the 114 sūras; the spectrogram bridges 1-D signals to 2-D images.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Announcing ‘the signal recovered Meccan vs Medinan’ from a length-based cluster, with no labels or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Name the split by its measured trait (length); to claim Meccan/Medinan, bring the labels and beat a null.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  ←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2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16 — Clustering &amp; the Spectrogram  (Unit E · Structure &amp; synthesis)</a:t>
            </a:r>
          </a:p>
          <a:p>
            <a:pPr algn="l">
              <a:spcAft>
                <a:spcPts val="942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FEATURES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114 sūras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k-MEANS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choose 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SILHOUETTE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validate 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SPECTROGRAM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1-D→2-D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2"/>
              </a:spcAft>
            </a:pPr>
            <a:r>
              <a:rPr sz="29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62"/>
              </a:spcAft>
            </a:pPr>
            <a:r>
              <a:rPr sz="27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 the 114 sūras (k=2 → groups of 62 and 52), check the silhouette, then build a spectrogram to cross into the image course.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Clustering yields two reproducible sūra groups split by length/richness (PC1), validated by silhouette.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Naming a length-based cluster ‘Meccan/Medinan’ without the labels or a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finer (k&gt;2) structure is real is uncertain — silent until silhouette and a null support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Clustering groups genomes and customers; spectrograms read speech, seismology and gravitational waves.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 sūras group themselves on root-features (a length/richness split); the spectrogram turns 1-D into 2-D — the bridge to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