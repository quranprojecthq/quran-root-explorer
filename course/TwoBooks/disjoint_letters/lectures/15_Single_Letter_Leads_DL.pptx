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Density rank /114 of the opening letter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Sheet1!$A$2:$A$6</c:f>
              <c:strCache>
                <c:ptCount val="5"/>
                <c:pt idx="0">
                  <c:v>Q(50)</c:v>
                </c:pt>
                <c:pt idx="1">
                  <c:v>N(68)</c:v>
                </c:pt>
                <c:pt idx="2">
                  <c:v>S(38)</c:v>
                </c:pt>
                <c:pt idx="3">
                  <c:v>Y(36)</c:v>
                </c:pt>
                <c:pt idx="4">
                  <c:v>T(20)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111</c:v>
                </c:pt>
                <c:pt idx="1">
                  <c:v>105</c:v>
                </c:pt>
                <c:pt idx="2">
                  <c:v>85</c:v>
                </c:pt>
                <c:pt idx="3">
                  <c:v>76</c:v>
                </c:pt>
                <c:pt idx="4">
                  <c:v>79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rank /114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Single-letter enrichment −log10 p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qaf</c:v>
                </c:pt>
                <c:pt idx="1">
                  <c:v>nun</c:v>
                </c:pt>
                <c:pt idx="2">
                  <c:v>sad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1.46</c:v>
                </c:pt>
                <c:pt idx="1">
                  <c:v>1.06</c:v>
                </c:pt>
                <c:pt idx="2">
                  <c:v>0.4</c:v>
                </c:pt>
                <c:pt idx="3">
                  <c:v>0.22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−log10 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ق p: raw vs corrected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raw</c:v>
                </c:pt>
                <c:pt idx="1">
                  <c:v>corrected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0.035</c:v>
                </c:pt>
                <c:pt idx="1">
                  <c:v>0.12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Content signal: families vs single letters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families</c:v>
                </c:pt>
                <c:pt idx="1">
                  <c:v>single (ق,ن)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signal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Confound level by tag type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single letter</c:v>
                </c:pt>
                <c:pt idx="1">
                  <c:v>2-letter</c:v>
                </c:pt>
                <c:pt idx="2">
                  <c:v>3-letter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confound (rel.)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Strength of the single-letter leads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ق Qāf</c:v>
                </c:pt>
                <c:pt idx="1">
                  <c:v>ن Qalam</c:v>
                </c:pt>
                <c:pt idx="2">
                  <c:v>ص,ي,ط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strength (rel.)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Where any content signal lives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single letters</c:v>
                </c:pt>
                <c:pt idx="1">
                  <c:v>families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signal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Density rank of ن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ن (68)</c:v>
                </c:pt>
                <c:pt idx="1">
                  <c:v>median sūra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105</c:v>
                </c:pt>
                <c:pt idx="1">
                  <c:v>57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rank /114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After multiple-comparison correction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ق</c:v>
                </c:pt>
                <c:pt idx="1">
                  <c:v>ن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0.12</c:v>
                </c:pt>
                <c:pt idx="1">
                  <c:v>0.3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corrected 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Checks needed to confirm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external baseline</c:v>
                </c:pt>
                <c:pt idx="1">
                  <c:v>clean orthography</c:v>
                </c:pt>
                <c:pt idx="2">
                  <c:v>full correction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needed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98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DISJOINT LETTERS · Lecture 15</a:t>
            </a:r>
          </a:p>
          <a:p>
            <a:pPr algn="l">
              <a:spcAft>
                <a:spcPts val="798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Single-Letter Leads (ق, ن)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project's one honest content lead: in single-letter sūras the opening letter can be unusually dense — ق in Sūrat Qāf ranks 111/114 (top 3.5%), ن in al-Qalam 105/114. Real, but borderline after correction.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Reported as a hypothesis, not a finding — and the cleanest test the topic allows.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Single-letter ranks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ق LEADS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ق is the 3rd-densest of 114 in its own letter; others are unremarkable.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p-values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BORDERLINE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ق ≈ 0.035, ن ≈ 0.088 — suggestive, not decisive.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After correction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DROPS TO BORDERLINE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With several letters tested, ق becomes borderline — held as a hypothesis.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Only single letters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NOT THE FAMILIES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Multi-letter families show no content signal; any real letter effect is single-letter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clean is the test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CLEANEST = SINGLE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One letter = one hypothesis, no multi-letter common-letter confound.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honest verdict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REAL, MODEST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ق real partial signal; ن weaker; the rest not special. Needs an external baseline.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makes this honest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REPORTED, NOT INFLATED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ق is stated as a real but borderline partial signal — not a miracle, not nothing.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CLEAREST AVAILABLE TEST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Single-letter sūras avoid the common-letter confound that sank the family claim.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 it back — Sūrat Qāf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VERSE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«قٓ ۚ وَٱلْقُرْءَانِ ٱلْمَجِيدِ» (50:1) — and ق recurs notably through the sūra.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 DEVICE?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Possibly acrostic-like emphasis — but rule out that it is generic to Arabic acrostics.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common pitfall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PITFALL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Trumpeting ق/Qāf as a proven miracle while ignoring multiple-comparison correction.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FIX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Correct across all single-letter cases and seek a non-Qur'anic Arabic baseline.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For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86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QUESTIONS</a:t>
            </a:r>
          </a:p>
          <a:p>
            <a:pPr algn="l">
              <a:spcAft>
                <a:spcPts val="1686"/>
              </a:spcAft>
            </a:pPr>
            <a:r>
              <a:rPr sz="27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Why are single-letter sūras the cleanest content test?  • Why does correction matter for ق?  • What baseline would settle it?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HABIT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Hold a promising lead as a hypothesis until an external baseline confirms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disjoint-letter pointer explorer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PICK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single-letter sūra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DENSITY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rank /114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CORRECT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multiple tests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BASELINE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Arabic acrostics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0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80"/>
              </a:spcAft>
            </a:pPr>
            <a:r>
              <a:rPr sz="27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Rank each single-letter sūra by its letter's density, apply correction, and consider the external baseline needed to confirm ق.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55"/>
              </a:spcAft>
            </a:pPr>
            <a:r>
              <a:rPr sz="26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555"/>
              </a:spcAft>
            </a:pPr>
            <a:r>
              <a:rPr sz="24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real partial signal: single-letter ق ranks 111/114 in its own letter.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33"/>
              </a:spcAft>
            </a:pPr>
            <a:r>
              <a:rPr sz="26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533"/>
              </a:spcAft>
            </a:pPr>
            <a:r>
              <a:rPr sz="24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Any claim of a proven letter-miracle — ق is borderline after correction.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6"/>
              </a:spcAft>
            </a:pPr>
            <a:r>
              <a:rPr sz="22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346"/>
              </a:spcAft>
            </a:pPr>
            <a:r>
              <a:rPr sz="21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Whether the effect is generic to Arabic acrostics — needs a non-Qur'anic baseline.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An honest borderline result, clearly labelled, beats an inflated certainty.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Single-letter ق is the project's strongest content lead — modest, real, provisional.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Single vs multi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SINGLE ONLY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Any real letter effect is single-letter; families show none.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ن al-Qalam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WEAKER LEAD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ن ranks 105/114 — real but weaker than ق.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Corrected p-values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BOTH BORDERLINE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Neither is decisive once corrected.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would settle it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NEXT ROUND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An Arabic acrostic baseline is the key missing test.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numbers (single letters)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ق / QĀF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Rank 111/114 in its own letter (top 3.5%); raw p≈0.035.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AFTER CORRECTION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Borderline; ن weaker (105/114). Held as hypothesis.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 it back — the cleanest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ONE LETTER, ONE CLAIM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«قٓ ۚ وَٱلْقُرْءَانِ ٱلْمَجِيدِ» (50:1) — no multi-letter confound.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HONEST SCOPE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real but modest, provisional lead — reported, not inflated.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