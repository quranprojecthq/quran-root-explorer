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Disjoint-letter sūras by family, book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mean distance (book order)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observed</c:v>
                </c:pt>
                <c:pt idx="1">
                  <c:v>null mean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within-family 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Δ=6.79 → p ≈ 2×10⁻⁵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20</c:v>
                </c:pt>
                <c:pt idx="8">
                  <c:v>21</c:v>
                </c:pt>
                <c:pt idx="9">
                  <c:v>22</c:v>
                </c:pt>
                <c:pt idx="10">
                  <c:v>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</c:v>
                </c:pt>
                <c:pt idx="1">
                  <c:v>22</c:v>
                </c:pt>
                <c:pt idx="2">
                  <c:v>77</c:v>
                </c:pt>
                <c:pt idx="3">
                  <c:v>242</c:v>
                </c:pt>
                <c:pt idx="4">
                  <c:v>572</c:v>
                </c:pt>
                <c:pt idx="5">
                  <c:v>1051</c:v>
                </c:pt>
                <c:pt idx="6">
                  <c:v>1307</c:v>
                </c:pt>
                <c:pt idx="7">
                  <c:v>1322</c:v>
                </c:pt>
                <c:pt idx="8">
                  <c:v>960</c:v>
                </c:pt>
                <c:pt idx="9">
                  <c:v>392</c:v>
                </c:pt>
                <c:pt idx="10">
                  <c:v>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Clustering significance per family (−log10 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ALR</c:v>
                </c:pt>
                <c:pt idx="2">
                  <c:v>ALM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5.0</c:v>
                </c:pt>
                <c:pt idx="2">
                  <c:v>2.05</c:v>
                </c:pt>
                <c:pt idx="3">
                  <c:v>1.47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 members in book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Book-order span (max−min) per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30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span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% of relabelings less clustered than observed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Sheet1!$A$2:$A$2</c:f>
              <c:strCache>
                <c:ptCount val="1"/>
                <c:pt idx="0">
                  <c:v>muṣḥaf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Significant in book order? (1 = yes)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significant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Family members by book position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gap (sūras): within-family vs between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within</c:v>
                </c:pt>
                <c:pt idx="1">
                  <c:v>between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gap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family by (book, revelation) position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4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I — Book Order (muṣḥaf)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first half of the core result: same-tag sūras cluster in the muṣḥaf far more tightly than a random relabeling of the same tags. Omnibus label-permutation p ≈ 2×10⁻⁵.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Statistic = within-family mean pairwise distance in sūra number; null = Lecture 2's label-permutation.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29 across the muṣḥaf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RAW PICTURE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Colored by family the dots bunch — ḤM in the 40s, ALR in the 10s. We make that a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statistic: observed vs chance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FAR TIGHTER THAN RANDOM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Δ=6.79 vs ≈19 — the tags pack their sūras far closer than a random relabeling.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label-permutation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EXTREME LEFT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observed value sits at the far-left edge of the null cloud — unambiguously atypical.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 family — book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FAMILY CLUSTERS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ḤM, ALR, ALM, ṬSM each clear p=0.05 — the result is not carried by one family.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ALM: two early + a late run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STRUCTURE WITHIN A TAG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ALM places 2,3 early then 29–32 as a tight run — a pointer can index more than one neighborhood (p=0.009).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Family span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TIGHT FOR SIZE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family's span is small relative to its size — the members really do huddle.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far into the tail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BEATS ~100%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Almost no random reassignment clusters as tightly — that is what p ≈ 2×10⁻⁵ means.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All families significant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CHERRY-PICKING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We tested every multi-member family, not a favorite — all four pass.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each family sits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COMPACT BLOCKS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 the sūra axis, each family occupies a short, distinct stretch.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Within vs between gaps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SIGNATURE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Within-family gaps are small; between-family gaps are large — the mark of clustering.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statistic, in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DISTANCE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Average the sūra-number gap over all same-tag pairs. Small = tightly grouped. Observed Δ=6.79.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RIGHT NULL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Compared to relabelings of the same 29 sūras — background clustering already controlled.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the Ḥawāmīm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 UNBROKEN BLOCK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«حمٓ ۝ تَنزِيلُ ٱلْكِتَـٰبِ مِنَ ٱللَّهِ» (40:1–2). Sūras 40–46, no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INDEX MADE VISIBLE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tag literally bundles seven consecutive chapters — exactly a pointer's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Comparing the muqaṭṭaʿāt to random chapters — they cluster anyway, so the test proves 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the labels, not the chapters — isolating the specific tag's contribution.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is within-family distance a good clustering statistic?  • Why does ALM's split still count as clustered?  • What would a null value of Δ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Turn a visible pattern into a number, then test it against the right null.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TABLE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29 families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DISTANCE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within-family 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SHUFFLE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label-perm null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READ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p-value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Compute the within-family muṣḥaf distance, shuffle labels thousands of times, and read where the real value falls.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Muṣḥaf contiguity holds for every family against a label-permutation null (p≈2×10⁻⁵).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claim resting on a random-chapter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512"/>
              </a:spcAft>
            </a:pPr>
            <a:r>
              <a:rPr sz="24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still-finer orderings exist — we test the canonical muṣḥaf order.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visible cluster is only evidence once it beats the right null — here it does, decisively.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book order, the disjoint letters index contiguous families of sūras.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axes at once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COMPACT IN 2-D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forms a tight cluster on both coordinate systems simultaneously.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(book order)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Δ=6.79 vs null mean ≈19; p ≈ 2×10⁻⁵.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ALL FOUR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ḤM ~0, ALR ~0, ALM 0.009, ṬSM 0.034.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