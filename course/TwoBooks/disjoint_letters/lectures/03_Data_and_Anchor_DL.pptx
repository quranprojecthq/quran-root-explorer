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Book6.xlsx at a glance (log scale)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sūras</c:v>
                </c:pt>
                <c:pt idx="1">
                  <c:v>āyāt</c:v>
                </c:pt>
                <c:pt idx="2">
                  <c:v>muqaṭṭaʿāt</c:v>
                </c:pt>
                <c:pt idx="3">
                  <c:v>families</c:v>
                </c:pt>
                <c:pt idx="4">
                  <c:v>letters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</c:v>
                </c:pt>
                <c:pt idx="1">
                  <c:v>6236</c:v>
                </c:pt>
                <c:pt idx="2">
                  <c:v>29</c:v>
                </c:pt>
                <c:pt idx="3">
                  <c:v>4</c:v>
                </c:pt>
                <c:pt idx="4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Verses per sūra — heavy-tailed (every sūra)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1-25</c:v>
                </c:pt>
                <c:pt idx="1">
                  <c:v>26-75</c:v>
                </c:pt>
                <c:pt idx="2">
                  <c:v>76-150</c:v>
                </c:pt>
                <c:pt idx="3">
                  <c:v>151-300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42</c:v>
                </c:pt>
                <c:pt idx="2">
                  <c:v>23</c:v>
                </c:pt>
                <c:pt idx="3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# sūras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 sūra by book vs revelation position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sūras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Sheet1!$A$2:$A$115</c:f>
              <c:numCache>
                <c:formatCode>General</c:formatCode>
                <c:ptCount val="1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</c:numCache>
            </c:numRef>
          </c:xVal>
          <c:yVal>
            <c:numRef>
              <c:f>Sheet1!$B$2:$B$115</c:f>
              <c:numCache>
                <c:formatCode>General</c:formatCode>
                <c:ptCount val="114"/>
                <c:pt idx="0">
                  <c:v>5</c:v>
                </c:pt>
                <c:pt idx="1">
                  <c:v>87</c:v>
                </c:pt>
                <c:pt idx="2">
                  <c:v>89</c:v>
                </c:pt>
                <c:pt idx="3">
                  <c:v>92</c:v>
                </c:pt>
                <c:pt idx="4">
                  <c:v>113</c:v>
                </c:pt>
                <c:pt idx="5">
                  <c:v>55</c:v>
                </c:pt>
                <c:pt idx="6">
                  <c:v>39</c:v>
                </c:pt>
                <c:pt idx="7">
                  <c:v>88</c:v>
                </c:pt>
                <c:pt idx="8">
                  <c:v>114</c:v>
                </c:pt>
                <c:pt idx="9">
                  <c:v>51</c:v>
                </c:pt>
                <c:pt idx="10">
                  <c:v>52</c:v>
                </c:pt>
                <c:pt idx="11">
                  <c:v>53</c:v>
                </c:pt>
                <c:pt idx="12">
                  <c:v>96</c:v>
                </c:pt>
                <c:pt idx="13">
                  <c:v>72</c:v>
                </c:pt>
                <c:pt idx="14">
                  <c:v>54</c:v>
                </c:pt>
                <c:pt idx="15">
                  <c:v>70</c:v>
                </c:pt>
                <c:pt idx="16">
                  <c:v>50</c:v>
                </c:pt>
                <c:pt idx="17">
                  <c:v>69</c:v>
                </c:pt>
                <c:pt idx="18">
                  <c:v>44</c:v>
                </c:pt>
                <c:pt idx="19">
                  <c:v>45</c:v>
                </c:pt>
                <c:pt idx="20">
                  <c:v>73</c:v>
                </c:pt>
                <c:pt idx="21">
                  <c:v>104</c:v>
                </c:pt>
                <c:pt idx="22">
                  <c:v>74</c:v>
                </c:pt>
                <c:pt idx="23">
                  <c:v>103</c:v>
                </c:pt>
                <c:pt idx="24">
                  <c:v>42</c:v>
                </c:pt>
                <c:pt idx="25">
                  <c:v>47</c:v>
                </c:pt>
                <c:pt idx="26">
                  <c:v>48</c:v>
                </c:pt>
                <c:pt idx="27">
                  <c:v>49</c:v>
                </c:pt>
                <c:pt idx="28">
                  <c:v>85</c:v>
                </c:pt>
                <c:pt idx="29">
                  <c:v>84</c:v>
                </c:pt>
                <c:pt idx="30">
                  <c:v>57</c:v>
                </c:pt>
                <c:pt idx="31">
                  <c:v>75</c:v>
                </c:pt>
                <c:pt idx="32">
                  <c:v>90</c:v>
                </c:pt>
                <c:pt idx="33">
                  <c:v>58</c:v>
                </c:pt>
                <c:pt idx="34">
                  <c:v>43</c:v>
                </c:pt>
                <c:pt idx="35">
                  <c:v>41</c:v>
                </c:pt>
                <c:pt idx="36">
                  <c:v>56</c:v>
                </c:pt>
                <c:pt idx="37">
                  <c:v>38</c:v>
                </c:pt>
                <c:pt idx="38">
                  <c:v>59</c:v>
                </c:pt>
                <c:pt idx="39">
                  <c:v>60</c:v>
                </c:pt>
                <c:pt idx="40">
                  <c:v>61</c:v>
                </c:pt>
                <c:pt idx="41">
                  <c:v>62</c:v>
                </c:pt>
                <c:pt idx="42">
                  <c:v>63</c:v>
                </c:pt>
                <c:pt idx="43">
                  <c:v>64</c:v>
                </c:pt>
                <c:pt idx="44">
                  <c:v>65</c:v>
                </c:pt>
                <c:pt idx="45">
                  <c:v>66</c:v>
                </c:pt>
                <c:pt idx="46">
                  <c:v>95</c:v>
                </c:pt>
                <c:pt idx="47">
                  <c:v>112</c:v>
                </c:pt>
                <c:pt idx="48">
                  <c:v>107</c:v>
                </c:pt>
                <c:pt idx="49">
                  <c:v>34</c:v>
                </c:pt>
                <c:pt idx="50">
                  <c:v>67</c:v>
                </c:pt>
                <c:pt idx="51">
                  <c:v>76</c:v>
                </c:pt>
                <c:pt idx="52">
                  <c:v>23</c:v>
                </c:pt>
                <c:pt idx="53">
                  <c:v>37</c:v>
                </c:pt>
                <c:pt idx="54">
                  <c:v>97</c:v>
                </c:pt>
                <c:pt idx="55">
                  <c:v>46</c:v>
                </c:pt>
                <c:pt idx="56">
                  <c:v>94</c:v>
                </c:pt>
                <c:pt idx="57">
                  <c:v>106</c:v>
                </c:pt>
                <c:pt idx="58">
                  <c:v>101</c:v>
                </c:pt>
                <c:pt idx="59">
                  <c:v>91</c:v>
                </c:pt>
                <c:pt idx="60">
                  <c:v>111</c:v>
                </c:pt>
                <c:pt idx="61">
                  <c:v>109</c:v>
                </c:pt>
                <c:pt idx="62">
                  <c:v>105</c:v>
                </c:pt>
                <c:pt idx="63">
                  <c:v>110</c:v>
                </c:pt>
                <c:pt idx="64">
                  <c:v>99</c:v>
                </c:pt>
                <c:pt idx="65">
                  <c:v>108</c:v>
                </c:pt>
                <c:pt idx="66">
                  <c:v>77</c:v>
                </c:pt>
                <c:pt idx="67">
                  <c:v>2</c:v>
                </c:pt>
                <c:pt idx="68">
                  <c:v>78</c:v>
                </c:pt>
                <c:pt idx="69">
                  <c:v>79</c:v>
                </c:pt>
                <c:pt idx="70">
                  <c:v>71</c:v>
                </c:pt>
                <c:pt idx="71">
                  <c:v>40</c:v>
                </c:pt>
                <c:pt idx="72">
                  <c:v>3</c:v>
                </c:pt>
                <c:pt idx="73">
                  <c:v>4</c:v>
                </c:pt>
                <c:pt idx="74">
                  <c:v>31</c:v>
                </c:pt>
                <c:pt idx="75">
                  <c:v>98</c:v>
                </c:pt>
                <c:pt idx="76">
                  <c:v>33</c:v>
                </c:pt>
                <c:pt idx="77">
                  <c:v>80</c:v>
                </c:pt>
                <c:pt idx="78">
                  <c:v>81</c:v>
                </c:pt>
                <c:pt idx="79">
                  <c:v>24</c:v>
                </c:pt>
                <c:pt idx="80">
                  <c:v>7</c:v>
                </c:pt>
                <c:pt idx="81">
                  <c:v>82</c:v>
                </c:pt>
                <c:pt idx="82">
                  <c:v>86</c:v>
                </c:pt>
                <c:pt idx="83">
                  <c:v>83</c:v>
                </c:pt>
                <c:pt idx="84">
                  <c:v>27</c:v>
                </c:pt>
                <c:pt idx="85">
                  <c:v>36</c:v>
                </c:pt>
                <c:pt idx="86">
                  <c:v>8</c:v>
                </c:pt>
                <c:pt idx="87">
                  <c:v>68</c:v>
                </c:pt>
                <c:pt idx="88">
                  <c:v>10</c:v>
                </c:pt>
                <c:pt idx="89">
                  <c:v>35</c:v>
                </c:pt>
                <c:pt idx="90">
                  <c:v>26</c:v>
                </c:pt>
                <c:pt idx="91">
                  <c:v>9</c:v>
                </c:pt>
                <c:pt idx="92">
                  <c:v>11</c:v>
                </c:pt>
                <c:pt idx="93">
                  <c:v>12</c:v>
                </c:pt>
                <c:pt idx="94">
                  <c:v>28</c:v>
                </c:pt>
                <c:pt idx="95">
                  <c:v>1</c:v>
                </c:pt>
                <c:pt idx="96">
                  <c:v>25</c:v>
                </c:pt>
                <c:pt idx="97">
                  <c:v>100</c:v>
                </c:pt>
                <c:pt idx="98">
                  <c:v>93</c:v>
                </c:pt>
                <c:pt idx="99">
                  <c:v>14</c:v>
                </c:pt>
                <c:pt idx="100">
                  <c:v>30</c:v>
                </c:pt>
                <c:pt idx="101">
                  <c:v>16</c:v>
                </c:pt>
                <c:pt idx="102">
                  <c:v>13</c:v>
                </c:pt>
                <c:pt idx="103">
                  <c:v>32</c:v>
                </c:pt>
                <c:pt idx="104">
                  <c:v>19</c:v>
                </c:pt>
                <c:pt idx="105">
                  <c:v>29</c:v>
                </c:pt>
                <c:pt idx="106">
                  <c:v>17</c:v>
                </c:pt>
                <c:pt idx="107">
                  <c:v>15</c:v>
                </c:pt>
                <c:pt idx="108">
                  <c:v>18</c:v>
                </c:pt>
                <c:pt idx="109">
                  <c:v>102</c:v>
                </c:pt>
                <c:pt idx="110">
                  <c:v>6</c:v>
                </c:pt>
                <c:pt idx="111">
                  <c:v>22</c:v>
                </c:pt>
                <c:pt idx="112">
                  <c:v>20</c:v>
                </c:pt>
                <c:pt idx="113">
                  <c:v>21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Sheet1!$B$117</c:f>
              <c:strCache>
                <c:ptCount val="1"/>
                <c:pt idx="0">
                  <c:v>muqaṭṭaʿāt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Sheet1!$A$118:$A$146</c:f>
              <c:numCache>
                <c:formatCode>General</c:formatCode>
                <c:ptCount val="29"/>
                <c:pt idx="0">
                  <c:v>2</c:v>
                </c:pt>
                <c:pt idx="1">
                  <c:v>3</c:v>
                </c:pt>
                <c:pt idx="2">
                  <c:v>7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14</c:v>
                </c:pt>
                <c:pt idx="8">
                  <c:v>15</c:v>
                </c:pt>
                <c:pt idx="9">
                  <c:v>19</c:v>
                </c:pt>
                <c:pt idx="10">
                  <c:v>20</c:v>
                </c:pt>
                <c:pt idx="11">
                  <c:v>26</c:v>
                </c:pt>
                <c:pt idx="12">
                  <c:v>27</c:v>
                </c:pt>
                <c:pt idx="13">
                  <c:v>28</c:v>
                </c:pt>
                <c:pt idx="14">
                  <c:v>29</c:v>
                </c:pt>
                <c:pt idx="15">
                  <c:v>30</c:v>
                </c:pt>
                <c:pt idx="16">
                  <c:v>31</c:v>
                </c:pt>
                <c:pt idx="17">
                  <c:v>32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46</c:v>
                </c:pt>
                <c:pt idx="27">
                  <c:v>50</c:v>
                </c:pt>
                <c:pt idx="28">
                  <c:v>68</c:v>
                </c:pt>
              </c:numCache>
            </c:numRef>
          </c:xVal>
          <c:yVal>
            <c:numRef>
              <c:f>Sheet1!$B$118:$B$146</c:f>
              <c:numCache>
                <c:formatCode>General</c:formatCode>
                <c:ptCount val="29"/>
                <c:pt idx="0">
                  <c:v>87</c:v>
                </c:pt>
                <c:pt idx="1">
                  <c:v>89</c:v>
                </c:pt>
                <c:pt idx="2">
                  <c:v>39</c:v>
                </c:pt>
                <c:pt idx="3">
                  <c:v>51</c:v>
                </c:pt>
                <c:pt idx="4">
                  <c:v>52</c:v>
                </c:pt>
                <c:pt idx="5">
                  <c:v>53</c:v>
                </c:pt>
                <c:pt idx="6">
                  <c:v>96</c:v>
                </c:pt>
                <c:pt idx="7">
                  <c:v>72</c:v>
                </c:pt>
                <c:pt idx="8">
                  <c:v>54</c:v>
                </c:pt>
                <c:pt idx="9">
                  <c:v>44</c:v>
                </c:pt>
                <c:pt idx="10">
                  <c:v>45</c:v>
                </c:pt>
                <c:pt idx="11">
                  <c:v>47</c:v>
                </c:pt>
                <c:pt idx="12">
                  <c:v>48</c:v>
                </c:pt>
                <c:pt idx="13">
                  <c:v>49</c:v>
                </c:pt>
                <c:pt idx="14">
                  <c:v>85</c:v>
                </c:pt>
                <c:pt idx="15">
                  <c:v>84</c:v>
                </c:pt>
                <c:pt idx="16">
                  <c:v>57</c:v>
                </c:pt>
                <c:pt idx="17">
                  <c:v>75</c:v>
                </c:pt>
                <c:pt idx="18">
                  <c:v>41</c:v>
                </c:pt>
                <c:pt idx="19">
                  <c:v>38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34</c:v>
                </c:pt>
                <c:pt idx="28">
                  <c:v>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muṣḥaf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Members per family, reproduced from Book6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members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Relative semantic power by channel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root</c:v>
                </c:pt>
                <c:pt idx="1">
                  <c:v>de-diac text</c:v>
                </c:pt>
                <c:pt idx="2">
                  <c:v>with diacritics</c:v>
                </c:pt>
                <c:pt idx="3">
                  <c:v>nuzūl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0.7</c:v>
                </c:pt>
                <c:pt idx="2">
                  <c:v>0.5</c:v>
                </c:pt>
                <c:pt idx="3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relative power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 verses, muqaṭṭaʿāt vs others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muqaṭṭaʿāt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41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mean verses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29 sūras, grouped, in book order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 number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Failure modes if the data object is wrong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wrong
openings</c:v>
                </c:pt>
                <c:pt idx="1">
                  <c:v>wrong
order</c:v>
                </c:pt>
                <c:pt idx="2">
                  <c:v>wrong
anchor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severity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All sūras; muqaṭṭaʿāt highlighted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others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Sheet1!$A$2:$A$86</c:f>
              <c:numCache>
                <c:formatCode>General</c:formatCode>
                <c:ptCount val="85"/>
                <c:pt idx="0">
                  <c:v>5</c:v>
                </c:pt>
                <c:pt idx="1">
                  <c:v>92</c:v>
                </c:pt>
                <c:pt idx="2">
                  <c:v>113</c:v>
                </c:pt>
                <c:pt idx="3">
                  <c:v>55</c:v>
                </c:pt>
                <c:pt idx="4">
                  <c:v>88</c:v>
                </c:pt>
                <c:pt idx="5">
                  <c:v>114</c:v>
                </c:pt>
                <c:pt idx="6">
                  <c:v>70</c:v>
                </c:pt>
                <c:pt idx="7">
                  <c:v>50</c:v>
                </c:pt>
                <c:pt idx="8">
                  <c:v>69</c:v>
                </c:pt>
                <c:pt idx="9">
                  <c:v>73</c:v>
                </c:pt>
                <c:pt idx="10">
                  <c:v>104</c:v>
                </c:pt>
                <c:pt idx="11">
                  <c:v>74</c:v>
                </c:pt>
                <c:pt idx="12">
                  <c:v>103</c:v>
                </c:pt>
                <c:pt idx="13">
                  <c:v>42</c:v>
                </c:pt>
                <c:pt idx="14">
                  <c:v>90</c:v>
                </c:pt>
                <c:pt idx="15">
                  <c:v>58</c:v>
                </c:pt>
                <c:pt idx="16">
                  <c:v>43</c:v>
                </c:pt>
                <c:pt idx="17">
                  <c:v>56</c:v>
                </c:pt>
                <c:pt idx="18">
                  <c:v>59</c:v>
                </c:pt>
                <c:pt idx="19">
                  <c:v>95</c:v>
                </c:pt>
                <c:pt idx="20">
                  <c:v>112</c:v>
                </c:pt>
                <c:pt idx="21">
                  <c:v>107</c:v>
                </c:pt>
                <c:pt idx="22">
                  <c:v>67</c:v>
                </c:pt>
                <c:pt idx="23">
                  <c:v>76</c:v>
                </c:pt>
                <c:pt idx="24">
                  <c:v>23</c:v>
                </c:pt>
                <c:pt idx="25">
                  <c:v>37</c:v>
                </c:pt>
                <c:pt idx="26">
                  <c:v>97</c:v>
                </c:pt>
                <c:pt idx="27">
                  <c:v>46</c:v>
                </c:pt>
                <c:pt idx="28">
                  <c:v>94</c:v>
                </c:pt>
                <c:pt idx="29">
                  <c:v>106</c:v>
                </c:pt>
                <c:pt idx="30">
                  <c:v>101</c:v>
                </c:pt>
                <c:pt idx="31">
                  <c:v>91</c:v>
                </c:pt>
                <c:pt idx="32">
                  <c:v>111</c:v>
                </c:pt>
                <c:pt idx="33">
                  <c:v>109</c:v>
                </c:pt>
                <c:pt idx="34">
                  <c:v>105</c:v>
                </c:pt>
                <c:pt idx="35">
                  <c:v>110</c:v>
                </c:pt>
                <c:pt idx="36">
                  <c:v>99</c:v>
                </c:pt>
                <c:pt idx="37">
                  <c:v>108</c:v>
                </c:pt>
                <c:pt idx="38">
                  <c:v>77</c:v>
                </c:pt>
                <c:pt idx="39">
                  <c:v>78</c:v>
                </c:pt>
                <c:pt idx="40">
                  <c:v>79</c:v>
                </c:pt>
                <c:pt idx="41">
                  <c:v>71</c:v>
                </c:pt>
                <c:pt idx="42">
                  <c:v>40</c:v>
                </c:pt>
                <c:pt idx="43">
                  <c:v>3</c:v>
                </c:pt>
                <c:pt idx="44">
                  <c:v>4</c:v>
                </c:pt>
                <c:pt idx="45">
                  <c:v>31</c:v>
                </c:pt>
                <c:pt idx="46">
                  <c:v>98</c:v>
                </c:pt>
                <c:pt idx="47">
                  <c:v>33</c:v>
                </c:pt>
                <c:pt idx="48">
                  <c:v>80</c:v>
                </c:pt>
                <c:pt idx="49">
                  <c:v>81</c:v>
                </c:pt>
                <c:pt idx="50">
                  <c:v>24</c:v>
                </c:pt>
                <c:pt idx="51">
                  <c:v>7</c:v>
                </c:pt>
                <c:pt idx="52">
                  <c:v>82</c:v>
                </c:pt>
                <c:pt idx="53">
                  <c:v>86</c:v>
                </c:pt>
                <c:pt idx="54">
                  <c:v>83</c:v>
                </c:pt>
                <c:pt idx="55">
                  <c:v>27</c:v>
                </c:pt>
                <c:pt idx="56">
                  <c:v>36</c:v>
                </c:pt>
                <c:pt idx="57">
                  <c:v>8</c:v>
                </c:pt>
                <c:pt idx="58">
                  <c:v>68</c:v>
                </c:pt>
                <c:pt idx="59">
                  <c:v>10</c:v>
                </c:pt>
                <c:pt idx="60">
                  <c:v>35</c:v>
                </c:pt>
                <c:pt idx="61">
                  <c:v>26</c:v>
                </c:pt>
                <c:pt idx="62">
                  <c:v>9</c:v>
                </c:pt>
                <c:pt idx="63">
                  <c:v>11</c:v>
                </c:pt>
                <c:pt idx="64">
                  <c:v>12</c:v>
                </c:pt>
                <c:pt idx="65">
                  <c:v>28</c:v>
                </c:pt>
                <c:pt idx="66">
                  <c:v>1</c:v>
                </c:pt>
                <c:pt idx="67">
                  <c:v>25</c:v>
                </c:pt>
                <c:pt idx="68">
                  <c:v>100</c:v>
                </c:pt>
                <c:pt idx="69">
                  <c:v>93</c:v>
                </c:pt>
                <c:pt idx="70">
                  <c:v>14</c:v>
                </c:pt>
                <c:pt idx="71">
                  <c:v>30</c:v>
                </c:pt>
                <c:pt idx="72">
                  <c:v>16</c:v>
                </c:pt>
                <c:pt idx="73">
                  <c:v>13</c:v>
                </c:pt>
                <c:pt idx="74">
                  <c:v>32</c:v>
                </c:pt>
                <c:pt idx="75">
                  <c:v>19</c:v>
                </c:pt>
                <c:pt idx="76">
                  <c:v>29</c:v>
                </c:pt>
                <c:pt idx="77">
                  <c:v>17</c:v>
                </c:pt>
                <c:pt idx="78">
                  <c:v>15</c:v>
                </c:pt>
                <c:pt idx="79">
                  <c:v>18</c:v>
                </c:pt>
                <c:pt idx="80">
                  <c:v>102</c:v>
                </c:pt>
                <c:pt idx="81">
                  <c:v>6</c:v>
                </c:pt>
                <c:pt idx="82">
                  <c:v>22</c:v>
                </c:pt>
                <c:pt idx="83">
                  <c:v>20</c:v>
                </c:pt>
                <c:pt idx="84">
                  <c:v>21</c:v>
                </c:pt>
              </c:numCache>
            </c:numRef>
          </c:xVal>
          <c:yVal>
            <c:numRef>
              <c:f>Sheet1!$B$2:$B$86</c:f>
              <c:numCache>
                <c:formatCode>General</c:formatCode>
                <c:ptCount val="85"/>
                <c:pt idx="0">
                  <c:v>7</c:v>
                </c:pt>
                <c:pt idx="1">
                  <c:v>176</c:v>
                </c:pt>
                <c:pt idx="2">
                  <c:v>120</c:v>
                </c:pt>
                <c:pt idx="3">
                  <c:v>165</c:v>
                </c:pt>
                <c:pt idx="4">
                  <c:v>75</c:v>
                </c:pt>
                <c:pt idx="5">
                  <c:v>129</c:v>
                </c:pt>
                <c:pt idx="6">
                  <c:v>128</c:v>
                </c:pt>
                <c:pt idx="7">
                  <c:v>111</c:v>
                </c:pt>
                <c:pt idx="8">
                  <c:v>110</c:v>
                </c:pt>
                <c:pt idx="9">
                  <c:v>112</c:v>
                </c:pt>
                <c:pt idx="10">
                  <c:v>78</c:v>
                </c:pt>
                <c:pt idx="11">
                  <c:v>118</c:v>
                </c:pt>
                <c:pt idx="12">
                  <c:v>64</c:v>
                </c:pt>
                <c:pt idx="13">
                  <c:v>77</c:v>
                </c:pt>
                <c:pt idx="14">
                  <c:v>73</c:v>
                </c:pt>
                <c:pt idx="15">
                  <c:v>54</c:v>
                </c:pt>
                <c:pt idx="16">
                  <c:v>45</c:v>
                </c:pt>
                <c:pt idx="17">
                  <c:v>182</c:v>
                </c:pt>
                <c:pt idx="18">
                  <c:v>75</c:v>
                </c:pt>
                <c:pt idx="19">
                  <c:v>38</c:v>
                </c:pt>
                <c:pt idx="20">
                  <c:v>29</c:v>
                </c:pt>
                <c:pt idx="21">
                  <c:v>18</c:v>
                </c:pt>
                <c:pt idx="22">
                  <c:v>60</c:v>
                </c:pt>
                <c:pt idx="23">
                  <c:v>49</c:v>
                </c:pt>
                <c:pt idx="24">
                  <c:v>62</c:v>
                </c:pt>
                <c:pt idx="25">
                  <c:v>55</c:v>
                </c:pt>
                <c:pt idx="26">
                  <c:v>78</c:v>
                </c:pt>
                <c:pt idx="27">
                  <c:v>96</c:v>
                </c:pt>
                <c:pt idx="28">
                  <c:v>29</c:v>
                </c:pt>
                <c:pt idx="29">
                  <c:v>22</c:v>
                </c:pt>
                <c:pt idx="30">
                  <c:v>24</c:v>
                </c:pt>
                <c:pt idx="31">
                  <c:v>13</c:v>
                </c:pt>
                <c:pt idx="32">
                  <c:v>14</c:v>
                </c:pt>
                <c:pt idx="33">
                  <c:v>11</c:v>
                </c:pt>
                <c:pt idx="34">
                  <c:v>11</c:v>
                </c:pt>
                <c:pt idx="35">
                  <c:v>18</c:v>
                </c:pt>
                <c:pt idx="36">
                  <c:v>12</c:v>
                </c:pt>
                <c:pt idx="37">
                  <c:v>12</c:v>
                </c:pt>
                <c:pt idx="38">
                  <c:v>30</c:v>
                </c:pt>
                <c:pt idx="39">
                  <c:v>52</c:v>
                </c:pt>
                <c:pt idx="40">
                  <c:v>44</c:v>
                </c:pt>
                <c:pt idx="41">
                  <c:v>28</c:v>
                </c:pt>
                <c:pt idx="42">
                  <c:v>28</c:v>
                </c:pt>
                <c:pt idx="43">
                  <c:v>20</c:v>
                </c:pt>
                <c:pt idx="44">
                  <c:v>56</c:v>
                </c:pt>
                <c:pt idx="45">
                  <c:v>40</c:v>
                </c:pt>
                <c:pt idx="46">
                  <c:v>31</c:v>
                </c:pt>
                <c:pt idx="47">
                  <c:v>50</c:v>
                </c:pt>
                <c:pt idx="48">
                  <c:v>40</c:v>
                </c:pt>
                <c:pt idx="49">
                  <c:v>46</c:v>
                </c:pt>
                <c:pt idx="50">
                  <c:v>42</c:v>
                </c:pt>
                <c:pt idx="51">
                  <c:v>29</c:v>
                </c:pt>
                <c:pt idx="52">
                  <c:v>19</c:v>
                </c:pt>
                <c:pt idx="53">
                  <c:v>36</c:v>
                </c:pt>
                <c:pt idx="54">
                  <c:v>25</c:v>
                </c:pt>
                <c:pt idx="55">
                  <c:v>22</c:v>
                </c:pt>
                <c:pt idx="56">
                  <c:v>17</c:v>
                </c:pt>
                <c:pt idx="57">
                  <c:v>19</c:v>
                </c:pt>
                <c:pt idx="58">
                  <c:v>26</c:v>
                </c:pt>
                <c:pt idx="59">
                  <c:v>30</c:v>
                </c:pt>
                <c:pt idx="60">
                  <c:v>20</c:v>
                </c:pt>
                <c:pt idx="61">
                  <c:v>15</c:v>
                </c:pt>
                <c:pt idx="62">
                  <c:v>21</c:v>
                </c:pt>
                <c:pt idx="63">
                  <c:v>11</c:v>
                </c:pt>
                <c:pt idx="64">
                  <c:v>8</c:v>
                </c:pt>
                <c:pt idx="65">
                  <c:v>8</c:v>
                </c:pt>
                <c:pt idx="66">
                  <c:v>19</c:v>
                </c:pt>
                <c:pt idx="67">
                  <c:v>5</c:v>
                </c:pt>
                <c:pt idx="68">
                  <c:v>8</c:v>
                </c:pt>
                <c:pt idx="69">
                  <c:v>8</c:v>
                </c:pt>
                <c:pt idx="70">
                  <c:v>11</c:v>
                </c:pt>
                <c:pt idx="71">
                  <c:v>11</c:v>
                </c:pt>
                <c:pt idx="72">
                  <c:v>8</c:v>
                </c:pt>
                <c:pt idx="73">
                  <c:v>3</c:v>
                </c:pt>
                <c:pt idx="74">
                  <c:v>9</c:v>
                </c:pt>
                <c:pt idx="75">
                  <c:v>5</c:v>
                </c:pt>
                <c:pt idx="76">
                  <c:v>4</c:v>
                </c:pt>
                <c:pt idx="77">
                  <c:v>7</c:v>
                </c:pt>
                <c:pt idx="78">
                  <c:v>3</c:v>
                </c:pt>
                <c:pt idx="79">
                  <c:v>6</c:v>
                </c:pt>
                <c:pt idx="80">
                  <c:v>3</c:v>
                </c:pt>
                <c:pt idx="81">
                  <c:v>5</c:v>
                </c:pt>
                <c:pt idx="82">
                  <c:v>4</c:v>
                </c:pt>
                <c:pt idx="83">
                  <c:v>5</c:v>
                </c:pt>
                <c:pt idx="84">
                  <c:v>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Sheet1!$B$88</c:f>
              <c:strCache>
                <c:ptCount val="1"/>
                <c:pt idx="0">
                  <c:v>muqaṭṭaʿāt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Sheet1!$A$89:$A$117</c:f>
              <c:numCache>
                <c:formatCode>General</c:formatCode>
                <c:ptCount val="29"/>
                <c:pt idx="0">
                  <c:v>87</c:v>
                </c:pt>
                <c:pt idx="1">
                  <c:v>89</c:v>
                </c:pt>
                <c:pt idx="2">
                  <c:v>39</c:v>
                </c:pt>
                <c:pt idx="3">
                  <c:v>51</c:v>
                </c:pt>
                <c:pt idx="4">
                  <c:v>52</c:v>
                </c:pt>
                <c:pt idx="5">
                  <c:v>53</c:v>
                </c:pt>
                <c:pt idx="6">
                  <c:v>96</c:v>
                </c:pt>
                <c:pt idx="7">
                  <c:v>72</c:v>
                </c:pt>
                <c:pt idx="8">
                  <c:v>54</c:v>
                </c:pt>
                <c:pt idx="9">
                  <c:v>44</c:v>
                </c:pt>
                <c:pt idx="10">
                  <c:v>45</c:v>
                </c:pt>
                <c:pt idx="11">
                  <c:v>47</c:v>
                </c:pt>
                <c:pt idx="12">
                  <c:v>48</c:v>
                </c:pt>
                <c:pt idx="13">
                  <c:v>49</c:v>
                </c:pt>
                <c:pt idx="14">
                  <c:v>85</c:v>
                </c:pt>
                <c:pt idx="15">
                  <c:v>84</c:v>
                </c:pt>
                <c:pt idx="16">
                  <c:v>57</c:v>
                </c:pt>
                <c:pt idx="17">
                  <c:v>75</c:v>
                </c:pt>
                <c:pt idx="18">
                  <c:v>41</c:v>
                </c:pt>
                <c:pt idx="19">
                  <c:v>38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34</c:v>
                </c:pt>
                <c:pt idx="28">
                  <c:v>2</c:v>
                </c:pt>
              </c:numCache>
            </c:numRef>
          </c:xVal>
          <c:yVal>
            <c:numRef>
              <c:f>Sheet1!$B$89:$B$117</c:f>
              <c:numCache>
                <c:formatCode>General</c:formatCode>
                <c:ptCount val="29"/>
                <c:pt idx="0">
                  <c:v>286</c:v>
                </c:pt>
                <c:pt idx="1">
                  <c:v>200</c:v>
                </c:pt>
                <c:pt idx="2">
                  <c:v>206</c:v>
                </c:pt>
                <c:pt idx="3">
                  <c:v>109</c:v>
                </c:pt>
                <c:pt idx="4">
                  <c:v>123</c:v>
                </c:pt>
                <c:pt idx="5">
                  <c:v>111</c:v>
                </c:pt>
                <c:pt idx="6">
                  <c:v>43</c:v>
                </c:pt>
                <c:pt idx="7">
                  <c:v>52</c:v>
                </c:pt>
                <c:pt idx="8">
                  <c:v>99</c:v>
                </c:pt>
                <c:pt idx="9">
                  <c:v>98</c:v>
                </c:pt>
                <c:pt idx="10">
                  <c:v>135</c:v>
                </c:pt>
                <c:pt idx="11">
                  <c:v>227</c:v>
                </c:pt>
                <c:pt idx="12">
                  <c:v>93</c:v>
                </c:pt>
                <c:pt idx="13">
                  <c:v>88</c:v>
                </c:pt>
                <c:pt idx="14">
                  <c:v>69</c:v>
                </c:pt>
                <c:pt idx="15">
                  <c:v>60</c:v>
                </c:pt>
                <c:pt idx="16">
                  <c:v>34</c:v>
                </c:pt>
                <c:pt idx="17">
                  <c:v>30</c:v>
                </c:pt>
                <c:pt idx="18">
                  <c:v>83</c:v>
                </c:pt>
                <c:pt idx="19">
                  <c:v>88</c:v>
                </c:pt>
                <c:pt idx="20">
                  <c:v>85</c:v>
                </c:pt>
                <c:pt idx="21">
                  <c:v>54</c:v>
                </c:pt>
                <c:pt idx="22">
                  <c:v>53</c:v>
                </c:pt>
                <c:pt idx="23">
                  <c:v>89</c:v>
                </c:pt>
                <c:pt idx="24">
                  <c:v>59</c:v>
                </c:pt>
                <c:pt idx="25">
                  <c:v>37</c:v>
                </c:pt>
                <c:pt idx="26">
                  <c:v>35</c:v>
                </c:pt>
                <c:pt idx="27">
                  <c:v>45</c:v>
                </c:pt>
                <c:pt idx="28">
                  <c:v>52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verses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Letters used per family opening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# letters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Phase split among disjoint-letter sūras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9D8C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cat>
            <c:strRef>
              <c:f>Sheet1!$A$2:$A$3</c:f>
              <c:strCache>
                <c:ptCount val="2"/>
                <c:pt idx="0">
                  <c:v>Meccan</c:v>
                </c:pt>
                <c:pt idx="1">
                  <c:v>Medinan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</c:v>
                </c:pt>
                <c:pt idx="1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3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Data &amp; the Root Anchor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claim is computed from one source — Book6.xlsx (114 sūras, 6,236 āyāt) — anchored on the ROOT (ریشه). This lecture builds and verifies the 29-sūra family table before any test.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Verify before validate: a wrong family list would poison every p-value downstream.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corpus in numbers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SOURCE OF TRUTH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114 sūras, 6,236 āyāt, 29 openings, 4 families, 14 distinct letters — all read from Book6.xlsx.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From columns to the family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POSITION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Sūra # (col 6), āyah # (col 7) → length &amp;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(col 9) → the semantic unit of every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TIME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Revelation order (col 13) → the second axis.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All 114 sūra lengths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VERSE COUNTS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Length = max āyah per sūra; most sūras are short, a few very long.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coordinate systems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BOOK &amp; TIME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pointer may index either; we will test both axes.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Verify: family sizes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REPRODUCE FIRST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confirmed against the canonical openings before testing — downstream p-values rest on a correct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the root is the anchor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HIGHEST SEMANTIC POWER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triliteral root carries the most meaning per token; surface forms/diacritics are complementary channels.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Already visible: long sūras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PREVIEW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sūras average far more verses — quantified in Lecture 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verified family table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29, GROUPED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Four families plus nine singletons — the object every later lecture stands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Levels of measurement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IDENTITY = NOMINAL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root id is a label, not a magnitude — compare profiles by overlap/cosine, never by averaging ids.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POSITION = ORDINAL/RATIO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Sūra and revelation positions are ordered, so distances are meaningful — that is what contiguity 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Verify before you validate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REPRODUCE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29 sūras &amp; canonical openings.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CONFIRM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 families + 9 singletons; verse 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THEN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Only after the table is verified.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could go wrong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GUARDRAILS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Wrong letters mis-assign families; a bad nuzūl list corrupts the time test; surface tokens dilute similarity.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back is built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NUMBER → A SŪRA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Indexed by sūra:āyah, any result traces to actual verses — the safeguard against artifacts.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 → MEANING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 root maps back to a word, so a 'similarity' can be inspected semantically.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LOAD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Book6.xlsx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ANCHOR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profiles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GROUP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29 → families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VERIFY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 &amp; openings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Load the corpus, build root profiles, group the 29 sūras, and verify the counts before any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data, anchor, and family table are explicit, reproducible, and verified against canon.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analysis that skips verification — a wrong table silently breaks everything after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3"/>
              </a:spcAft>
            </a:pPr>
            <a:r>
              <a:rPr sz="23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63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Why these specific roots — beyond their use as an anchor — is not addressed 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Reproducible science begins with a verified data object and a clearly chosen unit of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Book6 + the root anchor + the verified 29-family table are the foundation of the course.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Length vs revelation order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LONG &amp; LATE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sūras concentrate in the long, late-Meccan corner.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Distinct openings, distinct letters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SMALL VOCABULARY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opening is built from a few letters drawn from the same 14.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Meccan vs Medinan (the 29)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MOSTLY MECCAN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time signature developed in Lecture 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CORPUS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114 sūras, 6,236 āyāt, 29 openings — one verified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ANCHOR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(col 9) = highest semantic power; nominal, compared by overlap.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