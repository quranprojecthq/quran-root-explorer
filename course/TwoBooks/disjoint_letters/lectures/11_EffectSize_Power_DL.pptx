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Δ vs null mean (book order)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observed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far below the null mean (null-SDs)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muṣḥaf</c:v>
                </c:pt>
                <c:pt idx="1">
                  <c:v>revelation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</c:v>
                </c:pt>
                <c:pt idx="1">
                  <c:v>4.6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null-SDs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Detection probability by family size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Sheet1!$A$2:$A$7</c:f>
              <c:strCach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</c:v>
                </c:pt>
                <c:pt idx="1">
                  <c:v>0.92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power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Can internal clustering be tested?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HM(7)</c:v>
                </c:pt>
                <c:pt idx="1">
                  <c:v>ALM(6)</c:v>
                </c:pt>
                <c:pt idx="2">
                  <c:v>ALR(5)</c:v>
                </c:pt>
                <c:pt idx="3">
                  <c:v>TSM(2)</c:v>
                </c:pt>
                <c:pt idx="4">
                  <c:v>singletons(1)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0.6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testability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Standard error of Δ shrinks as items pool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Sheet1!$A$2:$A$7</c:f>
              <c:strCache>
                <c:ptCount val="6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29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1.54</c:v>
                </c:pt>
                <c:pt idx="1">
                  <c:v>1.25</c:v>
                </c:pt>
                <c:pt idx="2">
                  <c:v>0.97</c:v>
                </c:pt>
                <c:pt idx="3">
                  <c:v>0.69</c:v>
                </c:pt>
                <c:pt idx="4">
                  <c:v>0.49</c:v>
                </c:pt>
                <c:pt idx="5">
                  <c:v>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std error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Effect size (null-SDs) of the three positives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muṣḥaf</c:v>
                </c:pt>
                <c:pt idx="1">
                  <c:v>revelation</c:v>
                </c:pt>
                <c:pt idx="2">
                  <c:v>length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4.6</c:v>
                </c:pt>
                <c:pt idx="2">
                  <c:v>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null-SDs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verse ratio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Sheet1!$A$2:$A$2</c:f>
              <c:strCache>
                <c:ptCount val="1"/>
                <c:pt idx="0">
                  <c:v>muqaṭṭaʿāt ÷ others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Detection probability by size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0.23</c:v>
                </c:pt>
                <c:pt idx="1">
                  <c:v>0.92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power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Std error of Δ vs items pooled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2</c:v>
                </c:pt>
                <c:pt idx="1">
                  <c:v>5</c:v>
                </c:pt>
                <c:pt idx="2">
                  <c:v>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1.54</c:v>
                </c:pt>
                <c:pt idx="1">
                  <c:v>0.97</c:v>
                </c:pt>
                <c:pt idx="2">
                  <c:v>0.4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std error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different questions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p (is it real?)</c:v>
                </c:pt>
                <c:pt idx="1">
                  <c:v>effect (how big?)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verses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median 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11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Effect Size, Power &amp; the Scale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p-value says 'is it real?'; effect size says 'how big?'; power says 'could we detect it?'. The contiguity effect is large, the families adequately powered, and singletons untestable.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Magnitude and power, not significance alone.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effect is large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MANY NULL-SDs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lies far below the chance mean — a big effect, not borderline.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In standard-deviation units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DEEP IN THE TAIL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Several null-SDs below the mean in both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Power vs family size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SIZE BUYS POWER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Bigger families are easier to confirm; size 2 is marginal, size 4+ near-certain.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Testability by size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SIZE 1 = NO SIGNAL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family of one has no internal distance — we flag, not test, singletons.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STABILITY WITH 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Estimates settle as more families/items are pooled — small samples are noisy.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Effects across findings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ALL LARGE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(both orders) and length are all multiple null-SDs.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length magnitude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3.3× RATIO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85 vs 26 is a large, interpretable effect, independent of any p-value.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effect size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≠ IMPORTANCE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tiny effect can be 'significant' with enough data; magnitude tells importance.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HERE: BIG AND REAL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contiguity effect is both significant and large.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Power and the singletons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WHY FLAG, NOT TEST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Singletons have size 1 — zero internal pairs, so no clustering statistic exists.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HONEST SCOPE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They are reported as observations and a hypothesis (single-letter content), not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rule, restated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MORE DATA → STABLER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Estimates and p-values stabilize as n grows; small samples give noisy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WHY POOL ALL 29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omnibus over all families is more stable than any single-family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can a significant result be unimportant?  • Why can't singletons be tested?  • What does the scale rule imply for small corpora?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Report magnitude and power alongside significance — always.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EFFECT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null-SDs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POWER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vs family size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SCALE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 vs 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SCOPE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flag singletons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Measure the effect in null-SDs, simulate power by family size, watch the standard error shrink with 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effect is large (many null-SDs) and multi-member families are adequately powered.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Reporting significance with no magnitude, or testing size-1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exact power for ṬSM (size 2) — limited; reported as such.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'Significant' and 'large' are different; good science reports both and respects power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contiguity effect is big and well-powered; singletons are honestly out of scope.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Power at family sizes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SIZE BUYS POWER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Size 2 marginal; size 4+ near-certain.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SE shrinks with 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SCALE RULE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Pooling all 29 gives the most stable estimate.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Significance vs magnitude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REPORT BOTH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complete result answers both — here, yes and large.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effect magnitude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LARGE EFFECT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85 vs 26 — interpretable without any p-value.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(effect &amp; power)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LARGE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Δ is many null-SDs below the chance mean.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POWER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Multi-member families adequately powered; singletons untestable.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