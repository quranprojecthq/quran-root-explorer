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Δ=7.30 → p ≈ 2×10⁻⁵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11</c:v>
                </c:pt>
                <c:pt idx="1">
                  <c:v>13</c:v>
                </c:pt>
                <c:pt idx="2">
                  <c:v>15</c:v>
                </c:pt>
                <c:pt idx="3">
                  <c:v>17</c:v>
                </c:pt>
                <c:pt idx="4">
                  <c:v>19</c:v>
                </c:pt>
                <c:pt idx="5">
                  <c:v>21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47</c:v>
                </c:pt>
                <c:pt idx="2">
                  <c:v>136</c:v>
                </c:pt>
                <c:pt idx="3">
                  <c:v>442</c:v>
                </c:pt>
                <c:pt idx="4">
                  <c:v>848</c:v>
                </c:pt>
                <c:pt idx="5">
                  <c:v>1183</c:v>
                </c:pt>
                <c:pt idx="6">
                  <c:v>1237</c:v>
                </c:pt>
                <c:pt idx="7">
                  <c:v>1145</c:v>
                </c:pt>
                <c:pt idx="8">
                  <c:v>675</c:v>
                </c:pt>
                <c:pt idx="9">
                  <c:v>261</c:v>
                </c:pt>
                <c:pt idx="10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distance, revelation order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observed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</c:v>
                </c:pt>
                <c:pt idx="1">
                  <c:v>21.9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within-family 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Clustering significance per family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ALR</c:v>
                </c:pt>
                <c:pt idx="2">
                  <c:v>ALM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2.77</c:v>
                </c:pt>
                <c:pt idx="2">
                  <c:v>2.4</c:v>
                </c:pt>
                <c:pt idx="3">
                  <c:v>1.47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family, nuzūl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Ḥawāmīm on both axes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ḤM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Alif-Lām-Rā on both axes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disjoint-letter sūra on both axes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% of relabelings less clustered than observed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Sheet1!$A$2:$A$2</c:f>
              <c:strCache>
                <c:ptCount val="1"/>
                <c:pt idx="0">
                  <c:v>revelation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each family sits in revelation 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79</c:v>
                </c:pt>
                <c:pt idx="2">
                  <c:v>56</c:v>
                </c:pt>
                <c:pt idx="3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nuzūl slot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phase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early-Meccan</c:v>
                </c:pt>
                <c:pt idx="1">
                  <c:v>late-Meccan</c:v>
                </c:pt>
                <c:pt idx="2">
                  <c:v>Medinan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18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Revelation-order span per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32</c:v>
                </c:pt>
                <c:pt idx="2">
                  <c:v>21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nuzūl span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5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II — Revelation Order (nuzūl)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independent confirmation: same-tag sūras also cluster in revelation order, p ≈ 2×10⁻⁵. A pattern surviving two different arrangements is far harder to explain away than one.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Revelation order is a scholarly reconstruction, so this layer inherits its uncertainty — stated openly.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revelation-order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SAME VERDICT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Independently of book order, the real tagging clusters far tighter than any relabeling.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Observed vs chance (time)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TIGHT IN TIME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Δ=7.30 vs ≈19 — the families are compact in revelation order too.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 family — revelation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ALL FAMILIES AGAIN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ALM 0.004, ALR 0.0017, ḤM ~0, ṬSM 0.034 — every family clusters in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29 in revelation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SECOND ARRANGEMENT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same 29 sūras, now ordered by revelation — and the families still bunch.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ḤM: book vs revelation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CONTIGUOUS ON BOTH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Sūras 40–46 in the book → revelation slots 60–66 — seven consecutive in 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ALR: book vs revelation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SAME PATTERN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 10–15 → revelation 51–54 — tight in both orders.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Book vs revelation, all 29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RELATED, NOT IDENTICAL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orders correlate but differ — so passing both is genuine independent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far into the tail (time)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BEATS ~100%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As in book order, almost no relabeling clusters as tightly in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Mean revelation slot by family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DISTINCT WINDOWS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occupies its own stretch of revelation — the index is temporal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two orders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INDEPENDENT EVIDENCE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Muṣḥaf and nuzūl are different arrangements; a pattern in both is much stronger than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ROBUST TO ERROR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Because chronologies agree on phase, plausible reordering does not overturn the contiguity.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ḤM 60–66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CONSECUTIVE IN TIME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seven Ḥawāmīm were revealed in an unbroken stretch — not only collected together, but sent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BOTH AXES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Contiguous in the book AND in time — the strongest single instance of the index.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Treating the reconstructed nuzūl order as exact and over-claiming precision.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Report the result as robust-to-reordering and inheriting the chronology's uncertainty.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does passing in two orders beat one?  • How sensitive is the result to nuzūl errors?  • What would falsify the revelation-order claim?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Seek independent confirmation before trusting any single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NUZŪL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 slots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DISTANCE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within-family 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SHUFFLE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label-perm null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COMPARE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to book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Recompute the within-family distance in revelation order, run the same null, and compare the two verdicts.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Revelation-order contiguity holds for every family (p≈2×10⁻⁵), independent of book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claim that nuzūl order is exact — it is a reconstruction.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5"/>
              </a:spcAft>
            </a:pPr>
            <a:r>
              <a:rPr sz="24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415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precise chronology of individual sūras — we rely on phase-level agreement.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Independent replication across two orderings is the difference between a curiosity and a finding.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revelation order too, the disjoint letters index contiguous families.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Revelation phase counts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PATTERNED SPREAD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Tags distribute across phases — developed fully in Lecture 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(revelation order)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Δ=7.30 vs ≈19; p ≈ 2×10⁻⁵, independent of book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FAMILIES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 0.004, ALR 0.0017, ḤM ~0, ṬSM 0.034.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tight, per family (time)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SHORT WINDOWS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spans only a small stretch of revelation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