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P(&gt;=1 false positive) vs number of tests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FWER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0.050000000000000044</c:v>
                </c:pt>
                <c:pt idx="1">
                  <c:v>0.22621906250000023</c:v>
                </c:pt>
                <c:pt idx="2">
                  <c:v>0.4012630607616213</c:v>
                </c:pt>
                <c:pt idx="3">
                  <c:v>0.6415140775914581</c:v>
                </c:pt>
                <c:pt idx="4">
                  <c:v>0.8714878434348969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P(any FP)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Enrichment −log10 p (only م passes)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mim</c:v>
                </c:pt>
                <c:pt idx="1">
                  <c:v>nun</c:v>
                </c:pt>
                <c:pt idx="2">
                  <c:v>qaf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2.22</c:v>
                </c:pt>
                <c:pt idx="1">
                  <c:v>1.46</c:v>
                </c:pt>
                <c:pt idx="2">
                  <c:v>1.08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p under each correction (×10⁻⁵)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raw</c:v>
                </c:pt>
                <c:pt idx="1">
                  <c:v>BH</c:v>
                </c:pt>
                <c:pt idx="2">
                  <c:v>Bonferroni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Corrected significance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contiguity</c:v>
                </c:pt>
                <c:pt idx="1">
                  <c:v>long-flag</c:v>
                </c:pt>
                <c:pt idx="2">
                  <c:v>freq code</c:v>
                </c:pt>
                <c:pt idx="3">
                  <c:v>single 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4.2</c:v>
                </c:pt>
                <c:pt idx="2">
                  <c:v>0.3</c:v>
                </c:pt>
                <c:pt idx="3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Tolerated error: strict vs screening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Bonferroni
(FWER)</c:v>
                </c:pt>
                <c:pt idx="1">
                  <c:v>BH
(FDR)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α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Effective tests: undeclared vs pre-registered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undeclared</c:v>
                </c:pt>
                <c:pt idx="1">
                  <c:v>pre-registered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tests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Significant families after baseline+correction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significant</c:v>
                </c:pt>
                <c:pt idx="1">
                  <c:v>not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families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many tests of each kind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letters</c:v>
                </c:pt>
                <c:pt idx="1">
                  <c:v>orderings</c:v>
                </c:pt>
                <c:pt idx="2">
                  <c:v>families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tests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Single-letter ق p-value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raw</c:v>
                </c:pt>
                <c:pt idx="1">
                  <c:v>corrected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0.035</c:v>
                </c:pt>
                <c:pt idx="1">
                  <c:v>0.12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corrected 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contiguity</c:v>
                </c:pt>
                <c:pt idx="1">
                  <c:v>theme</c:v>
                </c:pt>
                <c:pt idx="2">
                  <c:v>freq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0.6</c:v>
                </c:pt>
                <c:pt idx="2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p vs Bonferroni line (3 tests)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contiguity</c:v>
                </c:pt>
                <c:pt idx="1">
                  <c:v>threshold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</c:v>
                </c:pt>
                <c:pt idx="1">
                  <c:v>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10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Multiple Comparisons &amp; FDR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 many things and some sparkle by luck. This lecture covers the look-elsewhere effect, Benjamini–Hochberg FDR, and why contiguity survives even Bonferroni.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Declare the tests in advance; report all of them; correct for how many you ran.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Family-wise error explodes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WHY CORRECT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 many tests the chance of a lucky positive climbs fast.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Per-letter significance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ONLY م, BARELY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Of 27 letters, only م clears p=0.05 under FDR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Contiguity under corrections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SURVIVES ALL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Bonferroni leaves contiguity far below 0.05.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After correction: who survives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ONLY STRUCTURE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and the long-flag clear; the frequency code dies; ق is borderline.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FWER vs FDR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TWO RATES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FWER guards any false positive (strict); FDR controls the fraction of discoveries that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Declared tests shrink the search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PRE-REGISTER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Declaring the statistic and families cuts the effective number of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frequency claim, corrected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0 / 29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Under the right baseline and correction, no family's frequency claim survives.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look-elsewhere 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LUCK AT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Tags × orderings × statistics is a big search; some 'discoveries' are guaranteed by chance.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GUARD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FDR/Bonferroni plus pre-registration keep false discoveries in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Declare in advance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FIX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Channel, statistic, null, threshold — before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REGISTER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families, decided up front.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REPORT ALL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test, not just the winners.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SURVIVES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(both orders, p≈2×10⁻⁵) and the long-flag — even under Bonferroni.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DOESN'T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frequency code (0/29) and the theme (0.27); single-letter ق borderline.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FWER vs FDR — when use which?  • Why declare tests in advance?  • Why report failures?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Correct for the size of your search; trust results that survive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COUNT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# of tests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RANK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sort p-values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CORRECT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BH / Bonferroni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KEEP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survivors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 the tests, rank the p-values, apply BH and Bonferroni, and see which findings survive.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Contiguity survives FDR and Bonferroni; corrections applied corpus-wide.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Cherry-picking the best p from a large hidden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exact size of every informal search — we correct for the declared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Multiple-comparison control separates a real signal from the inevitable lucky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contiguity is robust to the strictest correction; the content claims are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Tests in the search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SEARCH SURFACE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Tags × orderings × statistics is a large space — correction is mandatory.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ق: raw vs corrected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BORDERLINE AFTER FDR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Correction turns the ق lead borderline — held as a hypothesis.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Corrected significance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ONLY STRUCTURE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towers; theme and frequency sit below the 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Bonferroni headroom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CLEARS IT EASILY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is orders of magnitude beyond the Bonferroni 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(corrections)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SURVIVES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(both orders) and long-flag clear BH and Bonferroni.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Frequency code 0/29; theme p≈0.27; single-letter ق borderline.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