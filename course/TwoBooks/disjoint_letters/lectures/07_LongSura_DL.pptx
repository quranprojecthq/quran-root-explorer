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verses per sūra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median 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verses per sūra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length of random 29-sūra sets; muqaṭṭaʿāt=85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17</c:v>
                </c:pt>
                <c:pt idx="1">
                  <c:v>23</c:v>
                </c:pt>
                <c:pt idx="2">
                  <c:v>29</c:v>
                </c:pt>
                <c:pt idx="3">
                  <c:v>34</c:v>
                </c:pt>
                <c:pt idx="4">
                  <c:v>40</c:v>
                </c:pt>
                <c:pt idx="5">
                  <c:v>46</c:v>
                </c:pt>
                <c:pt idx="6">
                  <c:v>52</c:v>
                </c:pt>
                <c:pt idx="7">
                  <c:v>58</c:v>
                </c:pt>
                <c:pt idx="8">
                  <c:v>63</c:v>
                </c:pt>
                <c:pt idx="9">
                  <c:v>69</c:v>
                </c:pt>
                <c:pt idx="10">
                  <c:v>75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</c:v>
                </c:pt>
                <c:pt idx="1">
                  <c:v>130</c:v>
                </c:pt>
                <c:pt idx="2">
                  <c:v>738</c:v>
                </c:pt>
                <c:pt idx="3">
                  <c:v>495</c:v>
                </c:pt>
                <c:pt idx="4">
                  <c:v>644</c:v>
                </c:pt>
                <c:pt idx="5">
                  <c:v>448</c:v>
                </c:pt>
                <c:pt idx="6">
                  <c:v>416</c:v>
                </c:pt>
                <c:pt idx="7">
                  <c:v>91</c:v>
                </c:pt>
                <c:pt idx="8">
                  <c:v>15</c:v>
                </c:pt>
                <c:pt idx="9">
                  <c:v>4</c:v>
                </c:pt>
                <c:pt idx="10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Sūras by length band — muqaṭṭaʿāt vs others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1-25</c:v>
                </c:pt>
                <c:pt idx="1">
                  <c:v>26-75</c:v>
                </c:pt>
                <c:pt idx="2">
                  <c:v>76-150</c:v>
                </c:pt>
                <c:pt idx="3">
                  <c:v>&gt;150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13</c:v>
                </c:pt>
                <c:pt idx="2">
                  <c:v>12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muqaṭṭaʿāt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Verses of the longest tagged sūras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2 ALM</c:v>
                </c:pt>
                <c:pt idx="1">
                  <c:v>3 ALM</c:v>
                </c:pt>
                <c:pt idx="2">
                  <c:v>7 ALMS</c:v>
                </c:pt>
                <c:pt idx="3">
                  <c:v>13 ALMR</c:v>
                </c:pt>
                <c:pt idx="4">
                  <c:v>40 HM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286</c:v>
                </c:pt>
                <c:pt idx="1">
                  <c:v>200</c:v>
                </c:pt>
                <c:pt idx="2">
                  <c:v>206</c:v>
                </c:pt>
                <c:pt idx="3">
                  <c:v>43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Among the 12 longest, how many are tagged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tagged</c:v>
                </c:pt>
                <c:pt idx="1">
                  <c:v>untagged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of top 12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length difference vs null (p≈0.29)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22</c:v>
                </c:pt>
                <c:pt idx="1">
                  <c:v>32</c:v>
                </c:pt>
                <c:pt idx="2">
                  <c:v>42</c:v>
                </c:pt>
                <c:pt idx="3">
                  <c:v>52</c:v>
                </c:pt>
                <c:pt idx="4">
                  <c:v>62</c:v>
                </c:pt>
                <c:pt idx="5">
                  <c:v>72</c:v>
                </c:pt>
                <c:pt idx="6">
                  <c:v>82</c:v>
                </c:pt>
                <c:pt idx="7">
                  <c:v>92</c:v>
                </c:pt>
                <c:pt idx="8">
                  <c:v>102</c:v>
                </c:pt>
                <c:pt idx="9">
                  <c:v>112</c:v>
                </c:pt>
                <c:pt idx="10">
                  <c:v>122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109</c:v>
                </c:pt>
                <c:pt idx="1">
                  <c:v>313</c:v>
                </c:pt>
                <c:pt idx="2">
                  <c:v>291</c:v>
                </c:pt>
                <c:pt idx="3">
                  <c:v>254</c:v>
                </c:pt>
                <c:pt idx="4">
                  <c:v>431</c:v>
                </c:pt>
                <c:pt idx="5">
                  <c:v>358</c:v>
                </c:pt>
                <c:pt idx="6">
                  <c:v>220</c:v>
                </c:pt>
                <c:pt idx="7">
                  <c:v>217</c:v>
                </c:pt>
                <c:pt idx="8">
                  <c:v>161</c:v>
                </c:pt>
                <c:pt idx="9">
                  <c:v>111</c:v>
                </c:pt>
                <c:pt idx="10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length ratio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Sheet1!$A$2:$A$2</c:f>
              <c:strCache>
                <c:ptCount val="1"/>
                <c:pt idx="0">
                  <c:v>muqaṭṭaʿāt ÷ others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Length vs revelation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Sheet1!$A$2:$A$86</c:f>
              <c:numCache>
                <c:formatCode>General</c:formatCode>
                <c:ptCount val="85"/>
                <c:pt idx="0">
                  <c:v>5</c:v>
                </c:pt>
                <c:pt idx="1">
                  <c:v>92</c:v>
                </c:pt>
                <c:pt idx="2">
                  <c:v>113</c:v>
                </c:pt>
                <c:pt idx="3">
                  <c:v>55</c:v>
                </c:pt>
                <c:pt idx="4">
                  <c:v>88</c:v>
                </c:pt>
                <c:pt idx="5">
                  <c:v>114</c:v>
                </c:pt>
                <c:pt idx="6">
                  <c:v>70</c:v>
                </c:pt>
                <c:pt idx="7">
                  <c:v>50</c:v>
                </c:pt>
                <c:pt idx="8">
                  <c:v>69</c:v>
                </c:pt>
                <c:pt idx="9">
                  <c:v>73</c:v>
                </c:pt>
                <c:pt idx="10">
                  <c:v>104</c:v>
                </c:pt>
                <c:pt idx="11">
                  <c:v>74</c:v>
                </c:pt>
                <c:pt idx="12">
                  <c:v>103</c:v>
                </c:pt>
                <c:pt idx="13">
                  <c:v>42</c:v>
                </c:pt>
                <c:pt idx="14">
                  <c:v>90</c:v>
                </c:pt>
                <c:pt idx="15">
                  <c:v>58</c:v>
                </c:pt>
                <c:pt idx="16">
                  <c:v>43</c:v>
                </c:pt>
                <c:pt idx="17">
                  <c:v>56</c:v>
                </c:pt>
                <c:pt idx="18">
                  <c:v>59</c:v>
                </c:pt>
                <c:pt idx="19">
                  <c:v>95</c:v>
                </c:pt>
                <c:pt idx="20">
                  <c:v>112</c:v>
                </c:pt>
                <c:pt idx="21">
                  <c:v>107</c:v>
                </c:pt>
                <c:pt idx="22">
                  <c:v>67</c:v>
                </c:pt>
                <c:pt idx="23">
                  <c:v>76</c:v>
                </c:pt>
                <c:pt idx="24">
                  <c:v>23</c:v>
                </c:pt>
                <c:pt idx="25">
                  <c:v>37</c:v>
                </c:pt>
                <c:pt idx="26">
                  <c:v>97</c:v>
                </c:pt>
                <c:pt idx="27">
                  <c:v>46</c:v>
                </c:pt>
                <c:pt idx="28">
                  <c:v>94</c:v>
                </c:pt>
                <c:pt idx="29">
                  <c:v>106</c:v>
                </c:pt>
                <c:pt idx="30">
                  <c:v>101</c:v>
                </c:pt>
                <c:pt idx="31">
                  <c:v>91</c:v>
                </c:pt>
                <c:pt idx="32">
                  <c:v>111</c:v>
                </c:pt>
                <c:pt idx="33">
                  <c:v>109</c:v>
                </c:pt>
                <c:pt idx="34">
                  <c:v>105</c:v>
                </c:pt>
                <c:pt idx="35">
                  <c:v>110</c:v>
                </c:pt>
                <c:pt idx="36">
                  <c:v>99</c:v>
                </c:pt>
                <c:pt idx="37">
                  <c:v>108</c:v>
                </c:pt>
                <c:pt idx="38">
                  <c:v>77</c:v>
                </c:pt>
                <c:pt idx="39">
                  <c:v>78</c:v>
                </c:pt>
                <c:pt idx="40">
                  <c:v>79</c:v>
                </c:pt>
                <c:pt idx="41">
                  <c:v>71</c:v>
                </c:pt>
                <c:pt idx="42">
                  <c:v>40</c:v>
                </c:pt>
                <c:pt idx="43">
                  <c:v>3</c:v>
                </c:pt>
                <c:pt idx="44">
                  <c:v>4</c:v>
                </c:pt>
                <c:pt idx="45">
                  <c:v>31</c:v>
                </c:pt>
                <c:pt idx="46">
                  <c:v>98</c:v>
                </c:pt>
                <c:pt idx="47">
                  <c:v>33</c:v>
                </c:pt>
                <c:pt idx="48">
                  <c:v>80</c:v>
                </c:pt>
                <c:pt idx="49">
                  <c:v>81</c:v>
                </c:pt>
                <c:pt idx="50">
                  <c:v>24</c:v>
                </c:pt>
                <c:pt idx="51">
                  <c:v>7</c:v>
                </c:pt>
                <c:pt idx="52">
                  <c:v>82</c:v>
                </c:pt>
                <c:pt idx="53">
                  <c:v>86</c:v>
                </c:pt>
                <c:pt idx="54">
                  <c:v>83</c:v>
                </c:pt>
                <c:pt idx="55">
                  <c:v>27</c:v>
                </c:pt>
                <c:pt idx="56">
                  <c:v>36</c:v>
                </c:pt>
                <c:pt idx="57">
                  <c:v>8</c:v>
                </c:pt>
                <c:pt idx="58">
                  <c:v>68</c:v>
                </c:pt>
                <c:pt idx="59">
                  <c:v>10</c:v>
                </c:pt>
                <c:pt idx="60">
                  <c:v>35</c:v>
                </c:pt>
                <c:pt idx="61">
                  <c:v>26</c:v>
                </c:pt>
                <c:pt idx="62">
                  <c:v>9</c:v>
                </c:pt>
                <c:pt idx="63">
                  <c:v>11</c:v>
                </c:pt>
                <c:pt idx="64">
                  <c:v>12</c:v>
                </c:pt>
                <c:pt idx="65">
                  <c:v>28</c:v>
                </c:pt>
                <c:pt idx="66">
                  <c:v>1</c:v>
                </c:pt>
                <c:pt idx="67">
                  <c:v>25</c:v>
                </c:pt>
                <c:pt idx="68">
                  <c:v>100</c:v>
                </c:pt>
                <c:pt idx="69">
                  <c:v>93</c:v>
                </c:pt>
                <c:pt idx="70">
                  <c:v>14</c:v>
                </c:pt>
                <c:pt idx="71">
                  <c:v>30</c:v>
                </c:pt>
                <c:pt idx="72">
                  <c:v>16</c:v>
                </c:pt>
                <c:pt idx="73">
                  <c:v>13</c:v>
                </c:pt>
                <c:pt idx="74">
                  <c:v>32</c:v>
                </c:pt>
                <c:pt idx="75">
                  <c:v>19</c:v>
                </c:pt>
                <c:pt idx="76">
                  <c:v>29</c:v>
                </c:pt>
                <c:pt idx="77">
                  <c:v>17</c:v>
                </c:pt>
                <c:pt idx="78">
                  <c:v>15</c:v>
                </c:pt>
                <c:pt idx="79">
                  <c:v>18</c:v>
                </c:pt>
                <c:pt idx="80">
                  <c:v>102</c:v>
                </c:pt>
                <c:pt idx="81">
                  <c:v>6</c:v>
                </c:pt>
                <c:pt idx="82">
                  <c:v>22</c:v>
                </c:pt>
                <c:pt idx="83">
                  <c:v>20</c:v>
                </c:pt>
                <c:pt idx="84">
                  <c:v>21</c:v>
                </c:pt>
              </c:numCache>
            </c:numRef>
          </c:xVal>
          <c:yVal>
            <c:numRef>
              <c:f>Sheet1!$B$2:$B$86</c:f>
              <c:numCache>
                <c:formatCode>General</c:formatCode>
                <c:ptCount val="85"/>
                <c:pt idx="0">
                  <c:v>7</c:v>
                </c:pt>
                <c:pt idx="1">
                  <c:v>176</c:v>
                </c:pt>
                <c:pt idx="2">
                  <c:v>120</c:v>
                </c:pt>
                <c:pt idx="3">
                  <c:v>165</c:v>
                </c:pt>
                <c:pt idx="4">
                  <c:v>75</c:v>
                </c:pt>
                <c:pt idx="5">
                  <c:v>129</c:v>
                </c:pt>
                <c:pt idx="6">
                  <c:v>128</c:v>
                </c:pt>
                <c:pt idx="7">
                  <c:v>111</c:v>
                </c:pt>
                <c:pt idx="8">
                  <c:v>110</c:v>
                </c:pt>
                <c:pt idx="9">
                  <c:v>112</c:v>
                </c:pt>
                <c:pt idx="10">
                  <c:v>78</c:v>
                </c:pt>
                <c:pt idx="11">
                  <c:v>118</c:v>
                </c:pt>
                <c:pt idx="12">
                  <c:v>64</c:v>
                </c:pt>
                <c:pt idx="13">
                  <c:v>77</c:v>
                </c:pt>
                <c:pt idx="14">
                  <c:v>73</c:v>
                </c:pt>
                <c:pt idx="15">
                  <c:v>54</c:v>
                </c:pt>
                <c:pt idx="16">
                  <c:v>45</c:v>
                </c:pt>
                <c:pt idx="17">
                  <c:v>182</c:v>
                </c:pt>
                <c:pt idx="18">
                  <c:v>75</c:v>
                </c:pt>
                <c:pt idx="19">
                  <c:v>38</c:v>
                </c:pt>
                <c:pt idx="20">
                  <c:v>29</c:v>
                </c:pt>
                <c:pt idx="21">
                  <c:v>18</c:v>
                </c:pt>
                <c:pt idx="22">
                  <c:v>60</c:v>
                </c:pt>
                <c:pt idx="23">
                  <c:v>49</c:v>
                </c:pt>
                <c:pt idx="24">
                  <c:v>62</c:v>
                </c:pt>
                <c:pt idx="25">
                  <c:v>55</c:v>
                </c:pt>
                <c:pt idx="26">
                  <c:v>78</c:v>
                </c:pt>
                <c:pt idx="27">
                  <c:v>96</c:v>
                </c:pt>
                <c:pt idx="28">
                  <c:v>29</c:v>
                </c:pt>
                <c:pt idx="29">
                  <c:v>22</c:v>
                </c:pt>
                <c:pt idx="30">
                  <c:v>24</c:v>
                </c:pt>
                <c:pt idx="31">
                  <c:v>13</c:v>
                </c:pt>
                <c:pt idx="32">
                  <c:v>14</c:v>
                </c:pt>
                <c:pt idx="33">
                  <c:v>11</c:v>
                </c:pt>
                <c:pt idx="34">
                  <c:v>11</c:v>
                </c:pt>
                <c:pt idx="35">
                  <c:v>18</c:v>
                </c:pt>
                <c:pt idx="36">
                  <c:v>12</c:v>
                </c:pt>
                <c:pt idx="37">
                  <c:v>12</c:v>
                </c:pt>
                <c:pt idx="38">
                  <c:v>30</c:v>
                </c:pt>
                <c:pt idx="39">
                  <c:v>52</c:v>
                </c:pt>
                <c:pt idx="40">
                  <c:v>44</c:v>
                </c:pt>
                <c:pt idx="41">
                  <c:v>28</c:v>
                </c:pt>
                <c:pt idx="42">
                  <c:v>28</c:v>
                </c:pt>
                <c:pt idx="43">
                  <c:v>20</c:v>
                </c:pt>
                <c:pt idx="44">
                  <c:v>56</c:v>
                </c:pt>
                <c:pt idx="45">
                  <c:v>40</c:v>
                </c:pt>
                <c:pt idx="46">
                  <c:v>31</c:v>
                </c:pt>
                <c:pt idx="47">
                  <c:v>50</c:v>
                </c:pt>
                <c:pt idx="48">
                  <c:v>40</c:v>
                </c:pt>
                <c:pt idx="49">
                  <c:v>46</c:v>
                </c:pt>
                <c:pt idx="50">
                  <c:v>42</c:v>
                </c:pt>
                <c:pt idx="51">
                  <c:v>29</c:v>
                </c:pt>
                <c:pt idx="52">
                  <c:v>19</c:v>
                </c:pt>
                <c:pt idx="53">
                  <c:v>36</c:v>
                </c:pt>
                <c:pt idx="54">
                  <c:v>25</c:v>
                </c:pt>
                <c:pt idx="55">
                  <c:v>22</c:v>
                </c:pt>
                <c:pt idx="56">
                  <c:v>17</c:v>
                </c:pt>
                <c:pt idx="57">
                  <c:v>19</c:v>
                </c:pt>
                <c:pt idx="58">
                  <c:v>26</c:v>
                </c:pt>
                <c:pt idx="59">
                  <c:v>30</c:v>
                </c:pt>
                <c:pt idx="60">
                  <c:v>20</c:v>
                </c:pt>
                <c:pt idx="61">
                  <c:v>15</c:v>
                </c:pt>
                <c:pt idx="62">
                  <c:v>21</c:v>
                </c:pt>
                <c:pt idx="63">
                  <c:v>11</c:v>
                </c:pt>
                <c:pt idx="64">
                  <c:v>8</c:v>
                </c:pt>
                <c:pt idx="65">
                  <c:v>8</c:v>
                </c:pt>
                <c:pt idx="66">
                  <c:v>19</c:v>
                </c:pt>
                <c:pt idx="67">
                  <c:v>5</c:v>
                </c:pt>
                <c:pt idx="68">
                  <c:v>8</c:v>
                </c:pt>
                <c:pt idx="69">
                  <c:v>8</c:v>
                </c:pt>
                <c:pt idx="70">
                  <c:v>11</c:v>
                </c:pt>
                <c:pt idx="71">
                  <c:v>11</c:v>
                </c:pt>
                <c:pt idx="72">
                  <c:v>8</c:v>
                </c:pt>
                <c:pt idx="73">
                  <c:v>3</c:v>
                </c:pt>
                <c:pt idx="74">
                  <c:v>9</c:v>
                </c:pt>
                <c:pt idx="75">
                  <c:v>5</c:v>
                </c:pt>
                <c:pt idx="76">
                  <c:v>4</c:v>
                </c:pt>
                <c:pt idx="77">
                  <c:v>7</c:v>
                </c:pt>
                <c:pt idx="78">
                  <c:v>3</c:v>
                </c:pt>
                <c:pt idx="79">
                  <c:v>6</c:v>
                </c:pt>
                <c:pt idx="80">
                  <c:v>3</c:v>
                </c:pt>
                <c:pt idx="81">
                  <c:v>5</c:v>
                </c:pt>
                <c:pt idx="82">
                  <c:v>4</c:v>
                </c:pt>
                <c:pt idx="83">
                  <c:v>5</c:v>
                </c:pt>
                <c:pt idx="84">
                  <c:v>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muqaṭṭaʿāt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Sheet1!$A$89:$A$117</c:f>
              <c:numCache>
                <c:formatCode>General</c:formatCode>
                <c:ptCount val="29"/>
                <c:pt idx="0">
                  <c:v>87</c:v>
                </c:pt>
                <c:pt idx="1">
                  <c:v>89</c:v>
                </c:pt>
                <c:pt idx="2">
                  <c:v>39</c:v>
                </c:pt>
                <c:pt idx="3">
                  <c:v>51</c:v>
                </c:pt>
                <c:pt idx="4">
                  <c:v>52</c:v>
                </c:pt>
                <c:pt idx="5">
                  <c:v>53</c:v>
                </c:pt>
                <c:pt idx="6">
                  <c:v>96</c:v>
                </c:pt>
                <c:pt idx="7">
                  <c:v>72</c:v>
                </c:pt>
                <c:pt idx="8">
                  <c:v>54</c:v>
                </c:pt>
                <c:pt idx="9">
                  <c:v>44</c:v>
                </c:pt>
                <c:pt idx="10">
                  <c:v>45</c:v>
                </c:pt>
                <c:pt idx="11">
                  <c:v>47</c:v>
                </c:pt>
                <c:pt idx="12">
                  <c:v>48</c:v>
                </c:pt>
                <c:pt idx="13">
                  <c:v>49</c:v>
                </c:pt>
                <c:pt idx="14">
                  <c:v>85</c:v>
                </c:pt>
                <c:pt idx="15">
                  <c:v>84</c:v>
                </c:pt>
                <c:pt idx="16">
                  <c:v>57</c:v>
                </c:pt>
                <c:pt idx="17">
                  <c:v>75</c:v>
                </c:pt>
                <c:pt idx="18">
                  <c:v>41</c:v>
                </c:pt>
                <c:pt idx="19">
                  <c:v>38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34</c:v>
                </c:pt>
                <c:pt idx="28">
                  <c:v>2</c:v>
                </c:pt>
              </c:numCache>
            </c:numRef>
          </c:xVal>
          <c:yVal>
            <c:numRef>
              <c:f>Sheet1!$B$89:$B$117</c:f>
              <c:numCache>
                <c:formatCode>General</c:formatCode>
                <c:ptCount val="29"/>
                <c:pt idx="0">
                  <c:v>286</c:v>
                </c:pt>
                <c:pt idx="1">
                  <c:v>200</c:v>
                </c:pt>
                <c:pt idx="2">
                  <c:v>206</c:v>
                </c:pt>
                <c:pt idx="3">
                  <c:v>109</c:v>
                </c:pt>
                <c:pt idx="4">
                  <c:v>123</c:v>
                </c:pt>
                <c:pt idx="5">
                  <c:v>111</c:v>
                </c:pt>
                <c:pt idx="6">
                  <c:v>43</c:v>
                </c:pt>
                <c:pt idx="7">
                  <c:v>52</c:v>
                </c:pt>
                <c:pt idx="8">
                  <c:v>99</c:v>
                </c:pt>
                <c:pt idx="9">
                  <c:v>98</c:v>
                </c:pt>
                <c:pt idx="10">
                  <c:v>135</c:v>
                </c:pt>
                <c:pt idx="11">
                  <c:v>227</c:v>
                </c:pt>
                <c:pt idx="12">
                  <c:v>93</c:v>
                </c:pt>
                <c:pt idx="13">
                  <c:v>88</c:v>
                </c:pt>
                <c:pt idx="14">
                  <c:v>69</c:v>
                </c:pt>
                <c:pt idx="15">
                  <c:v>60</c:v>
                </c:pt>
                <c:pt idx="16">
                  <c:v>34</c:v>
                </c:pt>
                <c:pt idx="17">
                  <c:v>30</c:v>
                </c:pt>
                <c:pt idx="18">
                  <c:v>83</c:v>
                </c:pt>
                <c:pt idx="19">
                  <c:v>88</c:v>
                </c:pt>
                <c:pt idx="20">
                  <c:v>85</c:v>
                </c:pt>
                <c:pt idx="21">
                  <c:v>54</c:v>
                </c:pt>
                <c:pt idx="22">
                  <c:v>53</c:v>
                </c:pt>
                <c:pt idx="23">
                  <c:v>89</c:v>
                </c:pt>
                <c:pt idx="24">
                  <c:v>59</c:v>
                </c:pt>
                <c:pt idx="25">
                  <c:v>37</c:v>
                </c:pt>
                <c:pt idx="26">
                  <c:v>35</c:v>
                </c:pt>
                <c:pt idx="27">
                  <c:v>45</c:v>
                </c:pt>
                <c:pt idx="28">
                  <c:v>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Share of all āyāt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9D8C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cat>
            <c:strRef>
              <c:f>Sheet1!$A$2:$A$3</c:f>
              <c:strCache>
                <c:ptCount val="2"/>
                <c:pt idx="0">
                  <c:v>29 muqaṭṭaʿāt</c:v>
                </c:pt>
                <c:pt idx="1">
                  <c:v>other 85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2743</c:v>
                </c:pt>
                <c:pt idx="1">
                  <c:v>3493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Among the 29 longest sūras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tagged</c:v>
                </c:pt>
                <c:pt idx="1">
                  <c:v>untagged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of top 29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Verses by sūra number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Sheet1!$A$2:$A$86</c:f>
              <c:numCache>
                <c:formatCode>General</c:formatCode>
                <c:ptCount val="85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16</c:v>
                </c:pt>
                <c:pt idx="7">
                  <c:v>17</c:v>
                </c:pt>
                <c:pt idx="8">
                  <c:v>18</c:v>
                </c:pt>
                <c:pt idx="9">
                  <c:v>21</c:v>
                </c:pt>
                <c:pt idx="10">
                  <c:v>22</c:v>
                </c:pt>
                <c:pt idx="11">
                  <c:v>23</c:v>
                </c:pt>
                <c:pt idx="12">
                  <c:v>24</c:v>
                </c:pt>
                <c:pt idx="13">
                  <c:v>25</c:v>
                </c:pt>
                <c:pt idx="14">
                  <c:v>33</c:v>
                </c:pt>
                <c:pt idx="15">
                  <c:v>34</c:v>
                </c:pt>
                <c:pt idx="16">
                  <c:v>35</c:v>
                </c:pt>
                <c:pt idx="17">
                  <c:v>37</c:v>
                </c:pt>
                <c:pt idx="18">
                  <c:v>39</c:v>
                </c:pt>
                <c:pt idx="19">
                  <c:v>47</c:v>
                </c:pt>
                <c:pt idx="20">
                  <c:v>48</c:v>
                </c:pt>
                <c:pt idx="21">
                  <c:v>49</c:v>
                </c:pt>
                <c:pt idx="22">
                  <c:v>51</c:v>
                </c:pt>
                <c:pt idx="23">
                  <c:v>52</c:v>
                </c:pt>
                <c:pt idx="24">
                  <c:v>53</c:v>
                </c:pt>
                <c:pt idx="25">
                  <c:v>54</c:v>
                </c:pt>
                <c:pt idx="26">
                  <c:v>55</c:v>
                </c:pt>
                <c:pt idx="27">
                  <c:v>56</c:v>
                </c:pt>
                <c:pt idx="28">
                  <c:v>57</c:v>
                </c:pt>
                <c:pt idx="29">
                  <c:v>58</c:v>
                </c:pt>
                <c:pt idx="30">
                  <c:v>59</c:v>
                </c:pt>
                <c:pt idx="31">
                  <c:v>60</c:v>
                </c:pt>
                <c:pt idx="32">
                  <c:v>61</c:v>
                </c:pt>
                <c:pt idx="33">
                  <c:v>62</c:v>
                </c:pt>
                <c:pt idx="34">
                  <c:v>63</c:v>
                </c:pt>
                <c:pt idx="35">
                  <c:v>64</c:v>
                </c:pt>
                <c:pt idx="36">
                  <c:v>65</c:v>
                </c:pt>
                <c:pt idx="37">
                  <c:v>66</c:v>
                </c:pt>
                <c:pt idx="38">
                  <c:v>67</c:v>
                </c:pt>
                <c:pt idx="39">
                  <c:v>69</c:v>
                </c:pt>
                <c:pt idx="40">
                  <c:v>70</c:v>
                </c:pt>
                <c:pt idx="41">
                  <c:v>71</c:v>
                </c:pt>
                <c:pt idx="42">
                  <c:v>72</c:v>
                </c:pt>
                <c:pt idx="43">
                  <c:v>73</c:v>
                </c:pt>
                <c:pt idx="44">
                  <c:v>74</c:v>
                </c:pt>
                <c:pt idx="45">
                  <c:v>75</c:v>
                </c:pt>
                <c:pt idx="46">
                  <c:v>76</c:v>
                </c:pt>
                <c:pt idx="47">
                  <c:v>77</c:v>
                </c:pt>
                <c:pt idx="48">
                  <c:v>78</c:v>
                </c:pt>
                <c:pt idx="49">
                  <c:v>79</c:v>
                </c:pt>
                <c:pt idx="50">
                  <c:v>80</c:v>
                </c:pt>
                <c:pt idx="51">
                  <c:v>81</c:v>
                </c:pt>
                <c:pt idx="52">
                  <c:v>82</c:v>
                </c:pt>
                <c:pt idx="53">
                  <c:v>83</c:v>
                </c:pt>
                <c:pt idx="54">
                  <c:v>84</c:v>
                </c:pt>
                <c:pt idx="55">
                  <c:v>85</c:v>
                </c:pt>
                <c:pt idx="56">
                  <c:v>86</c:v>
                </c:pt>
                <c:pt idx="57">
                  <c:v>87</c:v>
                </c:pt>
                <c:pt idx="58">
                  <c:v>88</c:v>
                </c:pt>
                <c:pt idx="59">
                  <c:v>89</c:v>
                </c:pt>
                <c:pt idx="60">
                  <c:v>90</c:v>
                </c:pt>
                <c:pt idx="61">
                  <c:v>91</c:v>
                </c:pt>
                <c:pt idx="62">
                  <c:v>92</c:v>
                </c:pt>
                <c:pt idx="63">
                  <c:v>93</c:v>
                </c:pt>
                <c:pt idx="64">
                  <c:v>94</c:v>
                </c:pt>
                <c:pt idx="65">
                  <c:v>95</c:v>
                </c:pt>
                <c:pt idx="66">
                  <c:v>96</c:v>
                </c:pt>
                <c:pt idx="67">
                  <c:v>97</c:v>
                </c:pt>
                <c:pt idx="68">
                  <c:v>98</c:v>
                </c:pt>
                <c:pt idx="69">
                  <c:v>99</c:v>
                </c:pt>
                <c:pt idx="70">
                  <c:v>100</c:v>
                </c:pt>
                <c:pt idx="71">
                  <c:v>101</c:v>
                </c:pt>
                <c:pt idx="72">
                  <c:v>102</c:v>
                </c:pt>
                <c:pt idx="73">
                  <c:v>103</c:v>
                </c:pt>
                <c:pt idx="74">
                  <c:v>104</c:v>
                </c:pt>
                <c:pt idx="75">
                  <c:v>105</c:v>
                </c:pt>
                <c:pt idx="76">
                  <c:v>106</c:v>
                </c:pt>
                <c:pt idx="77">
                  <c:v>107</c:v>
                </c:pt>
                <c:pt idx="78">
                  <c:v>108</c:v>
                </c:pt>
                <c:pt idx="79">
                  <c:v>109</c:v>
                </c:pt>
                <c:pt idx="80">
                  <c:v>110</c:v>
                </c:pt>
                <c:pt idx="81">
                  <c:v>111</c:v>
                </c:pt>
                <c:pt idx="82">
                  <c:v>112</c:v>
                </c:pt>
                <c:pt idx="83">
                  <c:v>113</c:v>
                </c:pt>
                <c:pt idx="84">
                  <c:v>114</c:v>
                </c:pt>
              </c:numCache>
            </c:numRef>
          </c:xVal>
          <c:yVal>
            <c:numRef>
              <c:f>Sheet1!$B$2:$B$86</c:f>
              <c:numCache>
                <c:formatCode>General</c:formatCode>
                <c:ptCount val="85"/>
                <c:pt idx="0">
                  <c:v>7</c:v>
                </c:pt>
                <c:pt idx="1">
                  <c:v>176</c:v>
                </c:pt>
                <c:pt idx="2">
                  <c:v>120</c:v>
                </c:pt>
                <c:pt idx="3">
                  <c:v>165</c:v>
                </c:pt>
                <c:pt idx="4">
                  <c:v>75</c:v>
                </c:pt>
                <c:pt idx="5">
                  <c:v>129</c:v>
                </c:pt>
                <c:pt idx="6">
                  <c:v>128</c:v>
                </c:pt>
                <c:pt idx="7">
                  <c:v>111</c:v>
                </c:pt>
                <c:pt idx="8">
                  <c:v>110</c:v>
                </c:pt>
                <c:pt idx="9">
                  <c:v>112</c:v>
                </c:pt>
                <c:pt idx="10">
                  <c:v>78</c:v>
                </c:pt>
                <c:pt idx="11">
                  <c:v>118</c:v>
                </c:pt>
                <c:pt idx="12">
                  <c:v>64</c:v>
                </c:pt>
                <c:pt idx="13">
                  <c:v>77</c:v>
                </c:pt>
                <c:pt idx="14">
                  <c:v>73</c:v>
                </c:pt>
                <c:pt idx="15">
                  <c:v>54</c:v>
                </c:pt>
                <c:pt idx="16">
                  <c:v>45</c:v>
                </c:pt>
                <c:pt idx="17">
                  <c:v>182</c:v>
                </c:pt>
                <c:pt idx="18">
                  <c:v>75</c:v>
                </c:pt>
                <c:pt idx="19">
                  <c:v>38</c:v>
                </c:pt>
                <c:pt idx="20">
                  <c:v>29</c:v>
                </c:pt>
                <c:pt idx="21">
                  <c:v>18</c:v>
                </c:pt>
                <c:pt idx="22">
                  <c:v>60</c:v>
                </c:pt>
                <c:pt idx="23">
                  <c:v>49</c:v>
                </c:pt>
                <c:pt idx="24">
                  <c:v>62</c:v>
                </c:pt>
                <c:pt idx="25">
                  <c:v>55</c:v>
                </c:pt>
                <c:pt idx="26">
                  <c:v>78</c:v>
                </c:pt>
                <c:pt idx="27">
                  <c:v>96</c:v>
                </c:pt>
                <c:pt idx="28">
                  <c:v>29</c:v>
                </c:pt>
                <c:pt idx="29">
                  <c:v>22</c:v>
                </c:pt>
                <c:pt idx="30">
                  <c:v>24</c:v>
                </c:pt>
                <c:pt idx="31">
                  <c:v>13</c:v>
                </c:pt>
                <c:pt idx="32">
                  <c:v>14</c:v>
                </c:pt>
                <c:pt idx="33">
                  <c:v>11</c:v>
                </c:pt>
                <c:pt idx="34">
                  <c:v>11</c:v>
                </c:pt>
                <c:pt idx="35">
                  <c:v>18</c:v>
                </c:pt>
                <c:pt idx="36">
                  <c:v>12</c:v>
                </c:pt>
                <c:pt idx="37">
                  <c:v>12</c:v>
                </c:pt>
                <c:pt idx="38">
                  <c:v>30</c:v>
                </c:pt>
                <c:pt idx="39">
                  <c:v>52</c:v>
                </c:pt>
                <c:pt idx="40">
                  <c:v>44</c:v>
                </c:pt>
                <c:pt idx="41">
                  <c:v>28</c:v>
                </c:pt>
                <c:pt idx="42">
                  <c:v>28</c:v>
                </c:pt>
                <c:pt idx="43">
                  <c:v>20</c:v>
                </c:pt>
                <c:pt idx="44">
                  <c:v>56</c:v>
                </c:pt>
                <c:pt idx="45">
                  <c:v>40</c:v>
                </c:pt>
                <c:pt idx="46">
                  <c:v>31</c:v>
                </c:pt>
                <c:pt idx="47">
                  <c:v>50</c:v>
                </c:pt>
                <c:pt idx="48">
                  <c:v>40</c:v>
                </c:pt>
                <c:pt idx="49">
                  <c:v>46</c:v>
                </c:pt>
                <c:pt idx="50">
                  <c:v>42</c:v>
                </c:pt>
                <c:pt idx="51">
                  <c:v>29</c:v>
                </c:pt>
                <c:pt idx="52">
                  <c:v>19</c:v>
                </c:pt>
                <c:pt idx="53">
                  <c:v>36</c:v>
                </c:pt>
                <c:pt idx="54">
                  <c:v>25</c:v>
                </c:pt>
                <c:pt idx="55">
                  <c:v>22</c:v>
                </c:pt>
                <c:pt idx="56">
                  <c:v>17</c:v>
                </c:pt>
                <c:pt idx="57">
                  <c:v>19</c:v>
                </c:pt>
                <c:pt idx="58">
                  <c:v>26</c:v>
                </c:pt>
                <c:pt idx="59">
                  <c:v>30</c:v>
                </c:pt>
                <c:pt idx="60">
                  <c:v>20</c:v>
                </c:pt>
                <c:pt idx="61">
                  <c:v>15</c:v>
                </c:pt>
                <c:pt idx="62">
                  <c:v>21</c:v>
                </c:pt>
                <c:pt idx="63">
                  <c:v>11</c:v>
                </c:pt>
                <c:pt idx="64">
                  <c:v>8</c:v>
                </c:pt>
                <c:pt idx="65">
                  <c:v>8</c:v>
                </c:pt>
                <c:pt idx="66">
                  <c:v>19</c:v>
                </c:pt>
                <c:pt idx="67">
                  <c:v>5</c:v>
                </c:pt>
                <c:pt idx="68">
                  <c:v>8</c:v>
                </c:pt>
                <c:pt idx="69">
                  <c:v>8</c:v>
                </c:pt>
                <c:pt idx="70">
                  <c:v>11</c:v>
                </c:pt>
                <c:pt idx="71">
                  <c:v>11</c:v>
                </c:pt>
                <c:pt idx="72">
                  <c:v>8</c:v>
                </c:pt>
                <c:pt idx="73">
                  <c:v>3</c:v>
                </c:pt>
                <c:pt idx="74">
                  <c:v>9</c:v>
                </c:pt>
                <c:pt idx="75">
                  <c:v>5</c:v>
                </c:pt>
                <c:pt idx="76">
                  <c:v>4</c:v>
                </c:pt>
                <c:pt idx="77">
                  <c:v>7</c:v>
                </c:pt>
                <c:pt idx="78">
                  <c:v>3</c:v>
                </c:pt>
                <c:pt idx="79">
                  <c:v>6</c:v>
                </c:pt>
                <c:pt idx="80">
                  <c:v>3</c:v>
                </c:pt>
                <c:pt idx="81">
                  <c:v>5</c:v>
                </c:pt>
                <c:pt idx="82">
                  <c:v>4</c:v>
                </c:pt>
                <c:pt idx="83">
                  <c:v>5</c:v>
                </c:pt>
                <c:pt idx="84">
                  <c:v>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muqaṭṭaʿāt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Sheet1!$A$89:$A$117</c:f>
              <c:numCache>
                <c:formatCode>General</c:formatCode>
                <c:ptCount val="29"/>
                <c:pt idx="0">
                  <c:v>2</c:v>
                </c:pt>
                <c:pt idx="1">
                  <c:v>3</c:v>
                </c:pt>
                <c:pt idx="2">
                  <c:v>7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15</c:v>
                </c:pt>
                <c:pt idx="9">
                  <c:v>19</c:v>
                </c:pt>
                <c:pt idx="10">
                  <c:v>20</c:v>
                </c:pt>
                <c:pt idx="11">
                  <c:v>26</c:v>
                </c:pt>
                <c:pt idx="12">
                  <c:v>27</c:v>
                </c:pt>
                <c:pt idx="13">
                  <c:v>28</c:v>
                </c:pt>
                <c:pt idx="14">
                  <c:v>29</c:v>
                </c:pt>
                <c:pt idx="15">
                  <c:v>30</c:v>
                </c:pt>
                <c:pt idx="16">
                  <c:v>31</c:v>
                </c:pt>
                <c:pt idx="17">
                  <c:v>32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46</c:v>
                </c:pt>
                <c:pt idx="27">
                  <c:v>50</c:v>
                </c:pt>
                <c:pt idx="28">
                  <c:v>68</c:v>
                </c:pt>
              </c:numCache>
            </c:numRef>
          </c:xVal>
          <c:yVal>
            <c:numRef>
              <c:f>Sheet1!$B$89:$B$117</c:f>
              <c:numCache>
                <c:formatCode>General</c:formatCode>
                <c:ptCount val="29"/>
                <c:pt idx="0">
                  <c:v>286</c:v>
                </c:pt>
                <c:pt idx="1">
                  <c:v>200</c:v>
                </c:pt>
                <c:pt idx="2">
                  <c:v>206</c:v>
                </c:pt>
                <c:pt idx="3">
                  <c:v>109</c:v>
                </c:pt>
                <c:pt idx="4">
                  <c:v>123</c:v>
                </c:pt>
                <c:pt idx="5">
                  <c:v>111</c:v>
                </c:pt>
                <c:pt idx="6">
                  <c:v>43</c:v>
                </c:pt>
                <c:pt idx="7">
                  <c:v>52</c:v>
                </c:pt>
                <c:pt idx="8">
                  <c:v>99</c:v>
                </c:pt>
                <c:pt idx="9">
                  <c:v>98</c:v>
                </c:pt>
                <c:pt idx="10">
                  <c:v>135</c:v>
                </c:pt>
                <c:pt idx="11">
                  <c:v>227</c:v>
                </c:pt>
                <c:pt idx="12">
                  <c:v>93</c:v>
                </c:pt>
                <c:pt idx="13">
                  <c:v>88</c:v>
                </c:pt>
                <c:pt idx="14">
                  <c:v>69</c:v>
                </c:pt>
                <c:pt idx="15">
                  <c:v>60</c:v>
                </c:pt>
                <c:pt idx="16">
                  <c:v>34</c:v>
                </c:pt>
                <c:pt idx="17">
                  <c:v>30</c:v>
                </c:pt>
                <c:pt idx="18">
                  <c:v>83</c:v>
                </c:pt>
                <c:pt idx="19">
                  <c:v>88</c:v>
                </c:pt>
                <c:pt idx="20">
                  <c:v>85</c:v>
                </c:pt>
                <c:pt idx="21">
                  <c:v>54</c:v>
                </c:pt>
                <c:pt idx="22">
                  <c:v>53</c:v>
                </c:pt>
                <c:pt idx="23">
                  <c:v>89</c:v>
                </c:pt>
                <c:pt idx="24">
                  <c:v>59</c:v>
                </c:pt>
                <c:pt idx="25">
                  <c:v>37</c:v>
                </c:pt>
                <c:pt idx="26">
                  <c:v>35</c:v>
                </c:pt>
                <c:pt idx="27">
                  <c:v>45</c:v>
                </c:pt>
                <c:pt idx="28">
                  <c:v>52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7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Long-Sūra Flag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second organizational fact: the disjoint letters mark the LONG sūras — median 85 vs 26 verses, p ≈ 2×10⁻⁵ against random 29-sūra sets. Yet the tag does not encode a shared length per family.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Lengths computed directly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They are the long ones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85 vs 26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sūras sit on the book's longest chapters.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Mean length too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SAME STORY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By mean as well as median, the gap is large.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Not by chance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 ≈ 2×10⁻⁵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muqaṭṭaʿāt median sits far above the random-set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 distribution (binned)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SHIFTED HIGH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Muqaṭṭaʿāt mass sits in the long bands.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longest sūras carry tags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IT BACK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al-Baqarah, Āl ʿImrān, al-Aʿrāf — the giants open with letters.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Top sūras by length: tagged?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OVERREPRESENTED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sūras dominate the longest chapters.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But length is NOT per tag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POSITIONAL, NOT ATTRIBUTE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Within a family, lengths differ as much as random — the tag marks 'a long sūra here', not a length.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magnitude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3.3× RATIO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85 vs 26 is a large, interpretable effect — not a marginal wrinkle.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Long and late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CORNER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Muqaṭṭaʿāt concentrate in the long, late-Meccan corner.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Group property vs per-tag property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AS A GROUP: LONG (✓)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29 are, collectively, the long ones — robustly (p≈2×10⁻⁵).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PER TAG: NO LENGTH (✗)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ḤM members range widely in length; the tag does not encode a size (p≈0.29).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the giants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PILLARS CARRY TAGS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al-Baqarah (2, الٓمٓ, 286), Āl ʿImrān (3, الٓمٓ, 200), al-Aʿrāf (7, الٓمٓصٓ, 206).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STRUCTURAL ROLE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Marking the major sūras is itself organizational — flagging where the weight sits.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'long as a group' different from 'a length per tag'?  • Why might an index flag the major sūras?  • How would you test for a size attribute?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Distinguish a property of the set from a property of each label.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LENGTHS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verses/sūra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COMPARE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muq vs others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NULL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random 29-sets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PER-TAG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length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Compare lengths, test the group difference against random sets, then test for a per-tag length (and watch it fail).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Muqaṭṭaʿāt flag the long sūras as a group (p≈2×10⁻⁵).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claim of a shared length per tag — refuted (p≈0.29).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the long sūras specifically — the mechanism is open.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 index can mark importance without duplicating content — exactly what these tags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flag the major sūras while remaining a purely positional pointer.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Verse share of the 29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OF THE TEXT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long tagged sūras hold a large share of all āyāt.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Top 29 longest: tagged?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OVERREPRESENTED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of the longest 29 sūras carry disjoint-letter openings.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Length across the book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BIG ONES ARE TAGGED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tallest points are overwhelmingly disjoint-letter sūras.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(length)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CONTRAST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Median 85 vs 26; random-set null p ≈ 2×10⁻⁵.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 PER TAG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length difference p ≈ 0.29 — positional, not a length attribute.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