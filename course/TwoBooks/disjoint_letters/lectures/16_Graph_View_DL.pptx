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Connected-component (clique) size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Degree of a member vs a singleton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family member</c:v>
                </c:pt>
                <c:pt idx="1">
                  <c:v>singleton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typical degree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Tag communities vs a random partition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by tag</c:v>
                </c:pt>
                <c:pt idx="1">
                  <c:v>random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</c:v>
                </c:pt>
                <c:pt idx="1">
                  <c:v>0.08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modularity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ALM, ALR regions with the mixed tags marked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Sheet1!$A$6:$A$10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Sheet1!$B$6:$B$10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</c:f>
              <c:strCache>
                <c:ptCount val="1"/>
                <c:pt idx="0">
                  <c:v>ALMS (7)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Sheet1!$A$13:$A$13</c:f>
              <c:numCache>
                <c:formatCode>General</c:formatCode>
                <c:ptCount val="1"/>
                <c:pt idx="0">
                  <c:v>7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Sheet1!$B$15</c:f>
              <c:strCache>
                <c:ptCount val="1"/>
                <c:pt idx="0">
                  <c:v>ALMR (13)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Sheet1!$A$16:$A$16</c:f>
              <c:numCache>
                <c:formatCode>General</c:formatCode>
                <c:ptCount val="1"/>
                <c:pt idx="0">
                  <c:v>13</c:v>
                </c:pt>
              </c:numCache>
            </c:numRef>
          </c:xVal>
          <c:yVal>
            <c:numRef>
              <c:f>Sheet1!$B$16:$B$16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tag links a book family to a time family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Edge types available now vs future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disjoint letters</c:v>
                </c:pt>
                <c:pt idx="1">
                  <c:v>refrains</c:v>
                </c:pt>
                <c:pt idx="2">
                  <c:v>themes</c:v>
                </c:pt>
                <c:pt idx="3">
                  <c:v>citations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validated edge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Sūras by within-family degree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0 (singleton)</c:v>
                </c:pt>
                <c:pt idx="1">
                  <c:v>1-4</c:v>
                </c:pt>
                <c:pt idx="2">
                  <c:v>5-6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12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sūras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Number of connected components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families</c:v>
                </c:pt>
                <c:pt idx="1">
                  <c:v>singletons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Community separation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by tag</c:v>
                </c:pt>
                <c:pt idx="1">
                  <c:v>random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</c:v>
                </c:pt>
                <c:pt idx="1">
                  <c:v>0.08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modularity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Validated now vs future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letters</c:v>
                </c:pt>
                <c:pt idx="1">
                  <c:v>refrains</c:v>
                </c:pt>
                <c:pt idx="2">
                  <c:v>themes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validated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16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Boundary Variants &amp; the Graph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forward threads: the mixed tags (المص, المر) at family boundaries, and the sūra-family NETWORK — a bridge to the corpus-graph course. The tags define a highly modular community structure.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Observations and a graph model — hypotheses for the next round, clearly flagged.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Families as components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CLIQUES &amp; ISOLATES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Four tight cliques plus nine isolated singletons.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Within-family degree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BLOCK-DIAGONAL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Members are highly connected within family; singletons have degree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Modularity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HIGHLY MODULAR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Tag-defined communities are far more separated than chance.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Boundary bridges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AT THE SEAMS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المص (7) between ALM and ALR; المر (13) inside the ALR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Two-layer index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&amp; WHEN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tag connects a book-order family to a revelation-order family.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Toward the corpus graph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FIRST EDGE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give the corpus graph its first validated edge 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a graph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FROM SEQUENCE TO NETWORK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Sūras as nodes, shared structure as edges — the productive next object.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CLEAN EDGE TYPE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supply the first validated edge; future work adds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the bridges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المص (7)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الم+ص, between the الم block (2,3) and the الر block (10–15).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المر (13)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الم+ر, inside the الر run yet revealed Medinan — a positional variant.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Treating the boundary-variant pattern as a proven design rather than a hypothesis.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FIX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Flag it as a structural observation and propose a formal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3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3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What does high modularity tell us?  • How would you test the boundary-variant idea?  • What edge types would enrich the graph?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When sequence analysis saturates, reframe the data as a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NODES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29 sūras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EDGES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tag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MODULARITY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communities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BRIDGES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المص, المر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Build the same-tag network, measure modularity, and locate the boundary-variant bridges.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tags define a highly modular, block-diagonal community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5"/>
              </a:spcAft>
            </a:pPr>
            <a:r>
              <a:rPr sz="24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415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Treating boundary variants as a proven design — they are a flagged hypothesis.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7"/>
              </a:spcAft>
            </a:pPr>
            <a:r>
              <a:rPr sz="23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97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formal test of المص/المر as transition markers — proposed, not yet performed.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Reframing a corpus as a graph exposes modular structure and points to the next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give the corpus graph its first clean edge type — a bridge to the 2-D course.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Degree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CLIQUES &amp; ISOLATES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Family members are highly connected; singletons isolated.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Components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STRUCTURE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Four cliques plus nine isolates — a clean partition.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Modularity vs random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HIGHLY MODULAR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Tag communities are far more separated than chance.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Edge types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FIRST EDGE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give the corpus graph its first edge type.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(graph)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MODULAR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Tag communities modularity ≈ 0.62 vs ≈ 0.08 random.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BRIDGES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المص (7) and المر (13) sit at family boundaries.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Toward the corpus-graph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NEXT OBJECT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Nodes = sūras; edges from letters now, refrains and themes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WHY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Sequence analysis saturates; the network reveals modular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