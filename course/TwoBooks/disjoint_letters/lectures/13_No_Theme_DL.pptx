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Root-profile cosine: within vs cross family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within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0.678</c:v>
                </c:pt>
                <c:pt idx="1">
                  <c:v>0.7</c:v>
                </c:pt>
                <c:pt idx="2">
                  <c:v>0.719</c:v>
                </c:pt>
                <c:pt idx="3">
                  <c:v>0.793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cross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0.663</c:v>
                </c:pt>
                <c:pt idx="1">
                  <c:v>0.641</c:v>
                </c:pt>
                <c:pt idx="2">
                  <c:v>0.689</c:v>
                </c:pt>
                <c:pt idx="3">
                  <c:v>0.699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cosine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Pooled root-profile cosine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within</c:v>
                </c:pt>
                <c:pt idx="1">
                  <c:v>cross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0.723</c:v>
                </c:pt>
                <c:pt idx="1">
                  <c:v>0.689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6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cosine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similarity vs null (−log10 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Sheet1!$A$2:$A$2</c:f>
              <c:strCache>
                <c:ptCount val="1"/>
                <c:pt idx="0">
                  <c:v>observed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Similarity signal: vs random sūras vs per-tag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vs random
sūras</c:v>
                </c:pt>
                <c:pt idx="1">
                  <c:v>per-tag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0.6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ALM 'distinctive' roots (illustrative prominence)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KTB write</c:v>
                </c:pt>
                <c:pt idx="1">
                  <c:v>QTL kill</c:v>
                </c:pt>
                <c:pt idx="2">
                  <c:v>MWT death</c:v>
                </c:pt>
                <c:pt idx="3">
                  <c:v>ILM know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prominence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Validated organization vs failed content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contiguity</c:v>
                </c:pt>
                <c:pt idx="1">
                  <c:v>long-flag</c:v>
                </c:pt>
                <c:pt idx="2">
                  <c:v>theme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validated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Open on the Book vs share a theme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open on Book</c:v>
                </c:pt>
                <c:pt idx="1">
                  <c:v>share theme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Per-family similarity gap (within − cross)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0.015</c:v>
                </c:pt>
                <c:pt idx="1">
                  <c:v>0.058</c:v>
                </c:pt>
                <c:pt idx="2">
                  <c:v>0.03</c:v>
                </c:pt>
                <c:pt idx="3">
                  <c:v>0.094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 cosine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−log10 p: vs random sūras vs per-tag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vs random</c:v>
                </c:pt>
                <c:pt idx="1">
                  <c:v>per-tag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0.6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Validated channels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content</c:v>
                </c:pt>
                <c:pt idx="1">
                  <c:v>organization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validated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13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It Is NOT — No Shared Theme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pointer addresses; it does not describe. Root-profile similarity within a family is no greater than across families (label-permutation p ≈ 0.27). Distinctive roots are flavor, not a validated theme.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honest negatives are as important as the positive.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Within ≈ cross, per family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 THEME PER TAG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If the tag marked a topic, 'within' would tower over 'cross' — it doesn't.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Overall within vs cross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MARGINAL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0.723 vs 0.689 — a whisker, reproducible by random regrouping.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semantic test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 ≈ 0.27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Squarely inside the null — no per-tag coherence.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Group, not tag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SIMILAR AS A SET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Muqaṭṭaʿāt resemble each other only as a group of long sūras, not per family.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Distinctive roots are flavor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ILLUSTRATIVE ONLY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Descriptive color, NOT a tested family theme.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passes vs fails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ADDRESS, NOT DESCRIBE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Position and length pass; theme fails.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temptation to over-read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WISH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It is tempting to say 'ḤM sūras are about X'. A satisfying story — but the data must license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TEST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Are same-tag sūras more similar than a random regrouping? No (p≈0.27).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flavor vs finding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ROOTS EXIST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الٓمٓ leans on كتب, قتل, موت; حمٓ on دعو, حقق, یوم.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BUT NOT VALIDATED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 ≈ cross similarity — these flavors fail the coherence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negatives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THEY SHARPEN THE CLAIM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Showing the tag is NOT semantic makes 'positional pointer' precise, not vague.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AND BUILD TRUST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method that reports failures is one to believe when it reports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is within≈cross decisive against a theme?  • Why are distinctive roots only 'flavor'?  • Could a finer measure find a theme?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Resist the satisfying story unless it beats the right null.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PROFILES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multisets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SIMILARITY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within vs cross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SHUFFLE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label-perm null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READ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p≈0.27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Build root profiles, compare within- vs cross-family similarity, and run the null (it lands at p≈0.27).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77"/>
              </a:spcAft>
            </a:pPr>
            <a:r>
              <a:rPr sz="26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577"/>
              </a:spcAft>
            </a:pPr>
            <a:r>
              <a:rPr sz="25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clean negative: no per-tag theme (p≈0.27), tested over all families.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thematic reading presented as a validated finding.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14"/>
              </a:spcAft>
            </a:pPr>
            <a:r>
              <a:rPr sz="22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14"/>
              </a:spcAft>
            </a:pPr>
            <a:r>
              <a:rPr sz="21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a richer embedding could detect a faint theme — open, currently unsupported.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Reporting what fails as plainly as what passes separates analysis from advocacy.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disjoint letters do not describe their sūras thematically — they index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Header is not theme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HEADER != THEME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Many open on 'the Book' (a header), but bodies do not cluster by tag.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Within minus cross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NEAR ZERO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within-minus-cross gap hovers around zero — no theme.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Similar as a group only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GROUP, NOT TAG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Muqaṭṭaʿāt cohere as long sūras, not per family.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Content vs organization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VERDICT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Content fails; organization survives.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(no theme)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 ≈ CROSS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Overall cosine 0.723 within vs 0.689 cross; p ≈ 0.27.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VERDICT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validated per-tag theme; distinctive roots are flavor.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recurring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ORGANIZATION SURVIVES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Biology, signal, disjoint letters — structure beats the null; content matches ordinary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META-THESIS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Qur'an's detectable latent structure is relational, not in content statistics.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