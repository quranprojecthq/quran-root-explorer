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ḤM within-family Δ=2.7 vs size-matched null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Sheet1!$A$2:$A$12</c:f>
              <c:strCache>
                <c:ptCount val="11"/>
                <c:pt idx="0">
                  <c:v>5</c:v>
                </c:pt>
                <c:pt idx="1">
                  <c:v>8</c:v>
                </c:pt>
                <c:pt idx="2">
                  <c:v>10</c:v>
                </c:pt>
                <c:pt idx="3">
                  <c:v>12</c:v>
                </c:pt>
                <c:pt idx="4">
                  <c:v>15</c:v>
                </c:pt>
                <c:pt idx="5">
                  <c:v>17</c:v>
                </c:pt>
                <c:pt idx="6">
                  <c:v>20</c:v>
                </c:pt>
                <c:pt idx="7">
                  <c:v>22</c:v>
                </c:pt>
                <c:pt idx="8">
                  <c:v>25</c:v>
                </c:pt>
                <c:pt idx="9">
                  <c:v>27</c:v>
                </c:pt>
                <c:pt idx="10">
                  <c:v>29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31</c:v>
                </c:pt>
                <c:pt idx="2">
                  <c:v>125</c:v>
                </c:pt>
                <c:pt idx="3">
                  <c:v>350</c:v>
                </c:pt>
                <c:pt idx="4">
                  <c:v>727</c:v>
                </c:pt>
                <c:pt idx="5">
                  <c:v>926</c:v>
                </c:pt>
                <c:pt idx="6">
                  <c:v>830</c:v>
                </c:pt>
                <c:pt idx="7">
                  <c:v>435</c:v>
                </c:pt>
                <c:pt idx="8">
                  <c:v>312</c:v>
                </c:pt>
                <c:pt idx="9">
                  <c:v>194</c:v>
                </c:pt>
                <c:pt idx="10">
                  <c:v>69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ALM within-family Δ=15.7 vs size-matched null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Sheet1!$A$2:$A$12</c:f>
              <c:strCache>
                <c:ptCount val="11"/>
                <c:pt idx="0">
                  <c:v>4</c:v>
                </c:pt>
                <c:pt idx="1">
                  <c:v>7</c:v>
                </c:pt>
                <c:pt idx="2">
                  <c:v>10</c:v>
                </c:pt>
                <c:pt idx="3">
                  <c:v>12</c:v>
                </c:pt>
                <c:pt idx="4">
                  <c:v>15</c:v>
                </c:pt>
                <c:pt idx="5">
                  <c:v>18</c:v>
                </c:pt>
                <c:pt idx="6">
                  <c:v>20</c:v>
                </c:pt>
                <c:pt idx="7">
                  <c:v>23</c:v>
                </c:pt>
                <c:pt idx="8">
                  <c:v>26</c:v>
                </c:pt>
                <c:pt idx="9">
                  <c:v>28</c:v>
                </c:pt>
                <c:pt idx="10">
                  <c:v>31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</c:v>
                </c:pt>
                <c:pt idx="1">
                  <c:v>53</c:v>
                </c:pt>
                <c:pt idx="2">
                  <c:v>136</c:v>
                </c:pt>
                <c:pt idx="3">
                  <c:v>380</c:v>
                </c:pt>
                <c:pt idx="4">
                  <c:v>780</c:v>
                </c:pt>
                <c:pt idx="5">
                  <c:v>964</c:v>
                </c:pt>
                <c:pt idx="6">
                  <c:v>738</c:v>
                </c:pt>
                <c:pt idx="7">
                  <c:v>424</c:v>
                </c:pt>
                <c:pt idx="8">
                  <c:v>273</c:v>
                </c:pt>
                <c:pt idx="9">
                  <c:v>171</c:v>
                </c:pt>
                <c:pt idx="10">
                  <c:v>77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ALR within-family Δ=2.6 vs size-matched null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null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Sheet1!$A$2:$A$12</c:f>
              <c:strCache>
                <c:ptCount val="11"/>
                <c:pt idx="0">
                  <c:v>4</c:v>
                </c:pt>
                <c:pt idx="1">
                  <c:v>6</c:v>
                </c:pt>
                <c:pt idx="2">
                  <c:v>10</c:v>
                </c:pt>
                <c:pt idx="3">
                  <c:v>12</c:v>
                </c:pt>
                <c:pt idx="4">
                  <c:v>16</c:v>
                </c:pt>
                <c:pt idx="5">
                  <c:v>18</c:v>
                </c:pt>
                <c:pt idx="6">
                  <c:v>22</c:v>
                </c:pt>
                <c:pt idx="7">
                  <c:v>24</c:v>
                </c:pt>
                <c:pt idx="8">
                  <c:v>28</c:v>
                </c:pt>
                <c:pt idx="9">
                  <c:v>30</c:v>
                </c:pt>
                <c:pt idx="10">
                  <c:v>34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20</c:v>
                </c:pt>
                <c:pt idx="1">
                  <c:v>74</c:v>
                </c:pt>
                <c:pt idx="2">
                  <c:v>242</c:v>
                </c:pt>
                <c:pt idx="3">
                  <c:v>440</c:v>
                </c:pt>
                <c:pt idx="4">
                  <c:v>834</c:v>
                </c:pt>
                <c:pt idx="5">
                  <c:v>952</c:v>
                </c:pt>
                <c:pt idx="6">
                  <c:v>655</c:v>
                </c:pt>
                <c:pt idx="7">
                  <c:v>333</c:v>
                </c:pt>
                <c:pt idx="8">
                  <c:v>238</c:v>
                </c:pt>
                <c:pt idx="9">
                  <c:v>147</c:v>
                </c:pt>
                <c:pt idx="10">
                  <c:v>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Significance per family, both orders (−log10 p)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</c:v>
                </c:pt>
                <c:pt idx="1">
                  <c:v>2.05</c:v>
                </c:pt>
                <c:pt idx="2">
                  <c:v>5.0</c:v>
                </c:pt>
                <c:pt idx="3">
                  <c:v>1.47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 (muṣḥaf)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−log10 p in book vs revelation order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muṣḥaf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</c:v>
                </c:pt>
                <c:pt idx="1">
                  <c:v>2.05</c:v>
                </c:pt>
                <c:pt idx="2">
                  <c:v>5.0</c:v>
                </c:pt>
                <c:pt idx="3">
                  <c:v>1.47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revelation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5.0</c:v>
                </c:pt>
                <c:pt idx="1">
                  <c:v>2.4</c:v>
                </c:pt>
                <c:pt idx="2">
                  <c:v>2.77</c:v>
                </c:pt>
                <c:pt idx="3">
                  <c:v>1.47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Book-order span per family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30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span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four families, book positions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32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26</c:v>
                </c:pt>
                <c:pt idx="1">
                  <c:v>28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sūra number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family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four families, revelation positions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87</c:v>
                </c:pt>
                <c:pt idx="1">
                  <c:v>89</c:v>
                </c:pt>
                <c:pt idx="2">
                  <c:v>85</c:v>
                </c:pt>
                <c:pt idx="3">
                  <c:v>84</c:v>
                </c:pt>
                <c:pt idx="4">
                  <c:v>57</c:v>
                </c:pt>
                <c:pt idx="5">
                  <c:v>75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51</c:v>
                </c:pt>
                <c:pt idx="1">
                  <c:v>52</c:v>
                </c:pt>
                <c:pt idx="2">
                  <c:v>53</c:v>
                </c:pt>
                <c:pt idx="3">
                  <c:v>72</c:v>
                </c:pt>
                <c:pt idx="4">
                  <c:v>54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47</c:v>
                </c:pt>
                <c:pt idx="1">
                  <c:v>49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family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Within-family Δ when each sūra is removed (range)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full</c:v>
                </c:pt>
                <c:pt idx="1">
                  <c:v>min drop</c:v>
                </c:pt>
                <c:pt idx="2">
                  <c:v>max drop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6.8</c:v>
                </c:pt>
                <c:pt idx="1">
                  <c:v>6.2</c:v>
                </c:pt>
                <c:pt idx="2">
                  <c:v>7.4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Each family by (book, revelation)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32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87</c:v>
                </c:pt>
                <c:pt idx="1">
                  <c:v>89</c:v>
                </c:pt>
                <c:pt idx="2">
                  <c:v>85</c:v>
                </c:pt>
                <c:pt idx="3">
                  <c:v>84</c:v>
                </c:pt>
                <c:pt idx="4">
                  <c:v>57</c:v>
                </c:pt>
                <c:pt idx="5">
                  <c:v>75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51</c:v>
                </c:pt>
                <c:pt idx="1">
                  <c:v>52</c:v>
                </c:pt>
                <c:pt idx="2">
                  <c:v>53</c:v>
                </c:pt>
                <c:pt idx="3">
                  <c:v>72</c:v>
                </c:pt>
                <c:pt idx="4">
                  <c:v>54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26</c:v>
                </c:pt>
                <c:pt idx="1">
                  <c:v>28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47</c:v>
                </c:pt>
                <c:pt idx="1">
                  <c:v>49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muṣḥaf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Connected-component size per family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HM</c:v>
                </c:pt>
                <c:pt idx="1">
                  <c:v>ALM</c:v>
                </c:pt>
                <c:pt idx="2">
                  <c:v>ALR</c:v>
                </c:pt>
                <c:pt idx="3">
                  <c:v>TSM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size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Sūras in tested families vs singletons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in families</c:v>
                </c:pt>
                <c:pt idx="1">
                  <c:v>singletons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sūras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ṬSM significance (−log10 p), both orders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muṣḥaf</c:v>
                </c:pt>
                <c:pt idx="1">
                  <c:v>revelation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1.47</c:v>
                </c:pt>
                <c:pt idx="1">
                  <c:v>1.47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6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Per-Family Deep Dive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 cherry-picking: we test ḤM, ALM, ALR and ṬSM one by one, in both orders, against per-family nulls — and check the result survives dropping any single sūra.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multi-member family is individually significant; singletons are flagged, not counted.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ḤM vs its own null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ḤM CLUSTERS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Holding family size fixed, ḤM's clustering is far below the chance distribution.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ALM vs its own null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ALM CLUSTERS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Holding family size fixed, ALM's clustering is far below the chance 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ALR vs its own null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ALR CLUSTERS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Holding family size fixed, ALR's clustering is far below the chance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Per-family summary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FOUR FOR FOUR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family clears p=0.05 in muṣḥaf order; revelation order agrees.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Both orders, per family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CONSISTENT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 is significant in both orderings — broad, not narrow.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Family span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TIGHT FOR SIZE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Spans are small relative to size — the members huddle.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All families in book order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COMPACT BLOCKS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 occupies a short, distinct stretch of the muṣḥaf.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All families in revelation order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AND IN TIME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same compactness appears on the revelation axis.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Drop-one robustness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NOT ONE OUTLIER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Removing any single sūra barely changes Δ — no family rides on one member.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Compact on both axes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WHERE &amp; WHEN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 forms its own tight cluster on both axes at once.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test each family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GUARD AGAINST ONE-FAMILY EFFECTS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If only ḤM drove the omnibus, the 'pointer' would be one coincidence. All four pass.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HONEST ABOUT SINGLETONS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Size-1 families have no internal distance; we flag ق, ن, ص rather than fake a 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 it back — the four families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ḤM 40–46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«حمٓ ۝ تَنزِيلُ ٱلْكِتَـٰبِ» — seven consecutive.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ALR 10–15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«الٓرٓ ۚ تِلْكَ ءَايَـٰتُ ٱلْكِتَـٰبِ» — a tight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ALM 2,3,29–32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Two early, then a late block.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can't singletons be tested?  • Why is drop-one robustness reassuring?  • Does ṬSM's weaker p weaken the claim?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Stress-test a result subgroup by subgroup before believing the aggregate.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PICK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family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NULL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size-matched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ORDERS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muṣḥaf &amp; nuzūl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DROP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one-out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Select any family, run its size-matched null in both orders, and watch the drop-one check.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3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63"/>
              </a:spcAft>
            </a:pPr>
            <a:r>
              <a:rPr sz="21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All four families individually significant in both orders and robust to drop-one.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5"/>
              </a:spcAft>
            </a:pPr>
            <a:r>
              <a:rPr sz="264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555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aggregate claim hiding a single dominating family — none dominates.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24"/>
              </a:spcAft>
            </a:pPr>
            <a:r>
              <a:rPr sz="27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624"/>
              </a:spcAft>
            </a:pPr>
            <a:r>
              <a:rPr sz="2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Singletons — flagged honestly as untestable for internal clustering.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finding that holds in every subgroup, not just on average, is one you can build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pointer-as-index is broad: every testable family clusters, in both orders, robustly.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Families as cliques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CLIQUES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family is a fully-connected group; ḤM the largest at seven.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Tested vs flagged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SCOPE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20 sūras are testable family members; 9 singletons are flagged, not counted.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Smallest family still passes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EVEN ṬSM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weakest family (size 2) still clears p=0.05 — the result does not rely on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