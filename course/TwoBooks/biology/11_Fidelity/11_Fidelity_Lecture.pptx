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18"/>
              </a:spcAft>
            </a:pPr>
            <a:r>
              <a:rPr sz="18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11  ·  keeping the copy true</a:t>
            </a:r>
          </a:p>
          <a:p>
            <a:pPr algn="l">
              <a:spcAft>
                <a:spcPts val="81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Fidelity &amp; Preservation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9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a code is kept from drifting</a:t>
            </a:r>
          </a:p>
          <a:p>
            <a:pPr algn="l">
              <a:spcAft>
                <a:spcPts val="1229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Copying always risks error. The cell answers with PROOFREADING and REPAIR; the Qur'anic tradition answers with ḥifẓ — memorization and meticulous written transmission. This lecture measures the cell's fidelity in numbers, describes the text's preservation, and states honestly where they agree and where they part: an imperfect-but-self-correcting system versus a claim of perfect preservation.</a:t>
            </a:r>
          </a:p>
          <a:p>
            <a:pPr algn="l">
              <a:spcAft>
                <a:spcPts val="1229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Biology figures mainstream; preservation treated as transmission history + a textual claim. Every parallel audited ✓ / ✗ / ~ — no 'miracle'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source; both āyāt. Here: how each KEEPS its text true.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Every copy risks an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universal problem of transmission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10972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original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2286000"/>
            <a:ext cx="1463040" cy="274320"/>
          </a:xfrm>
          <a:prstGeom prst="rightArrow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01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copy (error?)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28800"/>
            <a:ext cx="292608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copy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may drift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86800" y="2286000"/>
            <a:ext cx="1463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901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repeat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1828800"/>
            <a:ext cx="1280160" cy="109728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291840"/>
            <a:ext cx="11430000" cy="329184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1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Without correction, copies decay</a:t>
            </a:r>
          </a:p>
          <a:p>
            <a:pPr algn="l">
              <a:spcAft>
                <a:spcPts val="1131"/>
              </a:spcAft>
            </a:pPr>
            <a:r>
              <a:rPr sz="24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system that copies — DNA across cell divisions, a text across scribes and reciters — accumulates errors unless something CHECKS each copy. Fidelity is not automatic; it must be engineered. Both Books face the same problem; this lecture compares their answers.</a:t>
            </a:r>
          </a:p>
          <a:p>
            <a:pPr algn="l">
              <a:spcAft>
                <a:spcPts val="1131"/>
              </a:spcAft>
            </a:pPr>
            <a:r>
              <a:rPr sz="23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question is not 'is there error?' but 'how is it caught and corrected?'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cell's error rates,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Fidelity (1 error per 10^N — higher = better)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+ repair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192189"/>
            <a:ext cx="867696" cy="141054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917869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polymerase alone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695956"/>
            <a:ext cx="867696" cy="90677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242163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transcription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2897462"/>
            <a:ext cx="867696" cy="70527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262314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translation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Error reduction by each safeguard (fold)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4523" y="2393696"/>
            <a:ext cx="1156928" cy="120903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0627" y="211937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 pairing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2947" y="2091435"/>
            <a:ext cx="1156928" cy="15113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051" y="18171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proofreading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mismatch repair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Near-perfect, but not perfect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DNA copying reaches ~1 error per 10^9 bases — but only AFTER layered correction. Raw polymerase is ~1 per 10^7; transcription/translation are far looser (~1 per 10^4). Fidelity is a stacked achievement.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Each safeguard multiplies accuracy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Base-pairing (~10^2), polymerase proofreading (~10^2-3), and mismatch repair (~10^2-3) compound to ~10^9. Remove any layer and errors surge — fidelity is built in stages. (Folds are log10 orders.)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cell's defence — layered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lines of defence, each catching what the last missed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base pairing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right partner only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286000"/>
            <a:ext cx="4114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52044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proofreading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polymerase backs up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2286000"/>
            <a:ext cx="4114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828800"/>
            <a:ext cx="352044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mismatch repair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fixes errors 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7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Redundant checking is the secret</a:t>
            </a:r>
          </a:p>
          <a:p>
            <a:pPr algn="l">
              <a:spcAft>
                <a:spcPts val="1097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single mechanism is perfect; the genome stays faithful because INDEPENDENT checks are stacked, so an error must slip past all of them. The same logic preserves a text: independent reciters and written copies cross-check, so a slip in one is caught by the others.</a:t>
            </a:r>
          </a:p>
          <a:p>
            <a:pPr algn="l">
              <a:spcAft>
                <a:spcPts val="1097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Fidelity = redundancy + independent verification — in both 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text's defence — ḥifẓ and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two independent channels, cross-checking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الحِفظ — memorization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oral channel: huffāẓ recite from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الكتابة — writing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written channel: copied manuscripts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9"/>
              </a:spcAft>
            </a:pPr>
            <a:r>
              <a:rPr sz="23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channels, mutually correcting</a:t>
            </a:r>
          </a:p>
          <a:p>
            <a:pPr algn="l">
              <a:spcAft>
                <a:spcPts val="1059"/>
              </a:spcAft>
            </a:pPr>
            <a:r>
              <a:rPr sz="22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is transmitted by TWO independent channels at once — an oral tradition of memorizers and a written manuscript tradition — each able to correct the other. A scribal slip is caught by reciters; a misremembering is caught by the text. This is precisely the cell's strategy of independent, redundant checks.</a:t>
            </a:r>
          </a:p>
          <a:p>
            <a:pPr algn="l">
              <a:spcAft>
                <a:spcPts val="1059"/>
              </a:spcAft>
            </a:pPr>
            <a:r>
              <a:rPr sz="21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claim of preservation rests on this dual, cross-verified transmission.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preservation &amp; fidelity field</a:t>
            </a:r>
          </a:p>
        </p:txBody>
      </p:sp>
      <p:pic>
        <p:nvPicPr>
          <p:cNvPr id="4" name="Picture 3" descr="m11_p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01"/>
              </a:spcAft>
            </a:pPr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the corpus vocabulary of preservation by reach (verified forms, Book6): scripture 279, remembrance 264, send-down 257, recite, preserve, sign, word — a recurring fidelity field, the analogue of error-correction machinery.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more copies, lower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Error surviving N independent checks (-log10)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2998215"/>
            <a:ext cx="1156928" cy="60451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27238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393696"/>
            <a:ext cx="1156928" cy="120903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11937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Undetected slip vs # independent transmitters (-log10)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3149345"/>
            <a:ext cx="1156928" cy="45338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287502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695956"/>
            <a:ext cx="1156928" cy="90677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4216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1"/>
              </a:spcAft>
            </a:pPr>
            <a:r>
              <a:rPr sz="19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Independent checks multiply</a:t>
            </a:r>
          </a:p>
          <a:p>
            <a:pPr algn="l">
              <a:spcAft>
                <a:spcPts val="891"/>
              </a:spcAft>
            </a:pPr>
            <a:r>
              <a:rPr sz="1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If each check independently catches all but 1-in-10^3 errors, two checks leave 1-in-10^6, three 1-in-10^9 — exactly how the genome reaches its fidelity. Redundancy is multiplicative.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Independent transmitters do the same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 error must survive EVERY independent transmitter to go unnoticed; with many independent lines, the chance of undetected drift falls steeply. The mathematics of redundancy is shared by both Books.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they part — repaired vs preserved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7"/>
              </a:spcAft>
            </a:pPr>
            <a:r>
              <a:rPr sz="26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BIOLOGY — imperfect, self-correcting</a:t>
            </a:r>
          </a:p>
          <a:p>
            <a:pPr algn="l">
              <a:spcAft>
                <a:spcPts val="1457"/>
              </a:spcAft>
            </a:pPr>
            <a:r>
              <a:rPr sz="24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genome is near-perfect but NOT error-free: mutations occur, slip past repair, and accumulate over generations — indeed that variation is the raw material of evolution. Fidelity is high, finite, and statistical.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7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 — claimed perfect</a:t>
            </a:r>
          </a:p>
          <a:p>
            <a:pPr algn="l">
              <a:spcAft>
                <a:spcPts val="1477"/>
              </a:spcAft>
            </a:pPr>
            <a:r>
              <a:rPr sz="25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Qur'an is described as preserved without error (15:9; bil-ḥaqq). This is a stronger claim than any biological system meets — perfect, not merely high, fidelity. We mark this as the honest BREAK, not a match.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gap,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Claimed vs achieved fidelity (-log10 error)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250099"/>
            <a:ext cx="1156928" cy="352636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297577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translation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695956"/>
            <a:ext cx="1156928" cy="90677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4216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DNA+repair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text (claimed)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Mutations fixed per genome per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475786"/>
            <a:ext cx="1735392" cy="12694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320146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escape repair (fixed)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real, measurable difference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Biology tops out near 1-in-10^9 (DNA); the text's claim is effectively errorless (off-chart). The bar marked 'text' is a CLAIM, not a measured rate — shown to make the contrast explicit, not to assert proof.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Biology keeps some change on purpose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~10^3 mutations arise per genome per generation; ~tens escape repair and are inherited. Biology does not WANT perfect fidelity — variation feeds adaptation. The text's preservation goal is the opposite.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fidelity has a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Proofreading slows replication (relative)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proofread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877312"/>
            <a:ext cx="1735392" cy="72542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60299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 proofread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Careful transmission takes effort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149345"/>
            <a:ext cx="1735392" cy="4533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87502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casual copy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verified (tajwīd/isnād)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3"/>
              </a:spcAft>
            </a:pPr>
            <a:r>
              <a:rPr sz="2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Accuracy trades against speed</a:t>
            </a:r>
          </a:p>
          <a:p>
            <a:pPr algn="l">
              <a:spcAft>
                <a:spcPts val="98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Proofreading and repair consume time and energy — a cell that checks copies replicates more slowly. High fidelity is paid for, not free. (Relative rates, schematic.)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does verified transmission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Preserving a text precisely takes disciplined effort — careful recitation rules (tajwīd) and chains of verification (isnād). In both Books, fidelity costs resources; it is a priority, deliberately funded.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mathematics — error-correcting codes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redundancy that not only DETECTS but CORRECTS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add redundancy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extra check bits / copies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97680" y="2286000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4960" y="1828800"/>
            <a:ext cx="274320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detect error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copy disagrees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275320" y="2286000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1828800"/>
            <a:ext cx="2286000" cy="11887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correct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majority wins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7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idea runs from DNA to digital</a:t>
            </a:r>
          </a:p>
          <a:p>
            <a:pPr algn="l">
              <a:spcAft>
                <a:spcPts val="1097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Information theory shows how redundancy lets a message survive a noisy channel — used in DNA repair, in CDs and deep-space links, and, structurally, in a text carried by many independent witnesses. Store extra copies, compare, and let agreement correct disagreement.</a:t>
            </a:r>
          </a:p>
          <a:p>
            <a:pPr algn="l">
              <a:spcAft>
                <a:spcPts val="1097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Fidelity is an information-theoretic achievement, wherever it occurs.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redundancy provably lowers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 error vs # repair layers (-log10)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3199722"/>
            <a:ext cx="867696" cy="40301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292540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2796709"/>
            <a:ext cx="867696" cy="8060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522389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192189"/>
            <a:ext cx="867696" cy="1410546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917869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Undetected error vs redundancy (model, -log10)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4523" y="2825496"/>
            <a:ext cx="1156928" cy="77723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0627" y="255117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2947" y="2307336"/>
            <a:ext cx="1156928" cy="129539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051" y="203301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x10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7475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x100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Knock out repair, watch error rise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Cells with repair genes disabled show measurably higher mutation rates — a direct, experimental confirmation that the layered system is what delivers fidelity. The mechanism is testable, not assumed.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Redundancy's effect is calculable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drop in undetected error with added independent copies follows a clean law — the same law whether the copies are repair enzymes or independent transmitters. Both Books obey the mathematics of redundancy.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specific check for each error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 — dedicated repair pathways (count)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2695956"/>
            <a:ext cx="867696" cy="9067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242163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mismatch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1789176"/>
            <a:ext cx="867696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double-strand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2695956"/>
            <a:ext cx="867696" cy="90677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242163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Text — kinds of slip and their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mishearing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2947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051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miswriting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skipping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Many error types, many fixes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cell runs SPECIALIZED pathways — mismatch repair, base/nucleotide excision, double-strand-break repair, direct reversal — each tuned to a kind of damage. Fidelity is not one tool but a toolkit.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does careful transmission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Different transmission errors have different checks: a mishearing is caught by the written text, a miswriting by reciters, a skipped line by counting verses. A specific safeguard per error type — the same design, both Books.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capabilities — detect, then correct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finding an error is not the same as fixing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20624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DETECT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copy disagrees — error flagged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94960" y="2331720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947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needs a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28800"/>
            <a:ext cx="438912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CORRECT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restore from the true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7"/>
              </a:spcAft>
            </a:pPr>
            <a:r>
              <a:rPr sz="22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Correction needs a trusted reference</a:t>
            </a:r>
          </a:p>
          <a:p>
            <a:pPr algn="l">
              <a:spcAft>
                <a:spcPts val="1007"/>
              </a:spcAft>
            </a:pPr>
            <a:r>
              <a:rPr sz="21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Detection only needs disagreement; CORRECTION needs to know which copy is right. The cell uses the intact strand as the template (the original is the reference); the tradition uses the cross-verified consensus (the agreed reading) as the reference. Both restore the error to the KNOWN-true version.</a:t>
            </a:r>
          </a:p>
          <a:p>
            <a:pPr algn="l">
              <a:spcAft>
                <a:spcPts val="1007"/>
              </a:spcAft>
            </a:pPr>
            <a:r>
              <a:rPr sz="20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 reference, no correction — only a warning. The reference is the heart of fidelity.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reference to copy against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 — reference genome closes error (-log10)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2998215"/>
            <a:ext cx="1735392" cy="60451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72389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 template strand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Text — a standard reference (schematic)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pre-standard variants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343655"/>
            <a:ext cx="1735392" cy="2590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306933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standardized consensus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intact strand is the reference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Repair works because DNA is double-stranded: the undamaged strand is a built-in REFERENCE to rebuild the damaged one. A reference copy turns mere detection into true correction (~10^3 → 10^9).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standardized consensus is the reference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Early standardization (the ʿUthmānic codex) fixed a single reference text, against which all copies are checked — the textual analogue of a reference genome / consensus sequence. (Proportions schematic.)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remove the checks, and it drifts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Errors accumulated over copies (no repair, rel.)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5899" y="331028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8219" y="3421379"/>
            <a:ext cx="1156928" cy="18135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323" y="314706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1000 copies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Surviving fidelity with vs without checks (-log10)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 checks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5033" y="3199722"/>
            <a:ext cx="1735392" cy="40301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4053" y="292540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0"/>
              </a:spcAft>
            </a:pPr>
            <a:r>
              <a:rPr sz="21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Uncorrected error compounds</a:t>
            </a:r>
          </a:p>
          <a:p>
            <a:pPr algn="l">
              <a:spcAft>
                <a:spcPts val="960"/>
              </a:spcAft>
            </a:pPr>
            <a:r>
              <a:rPr sz="19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Without repair, errors accumulate linearly with the number of copies — a code left unchecked degrades steadily. This is exactly the fate the safeguards exist to prevent.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Checking is what holds the line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 the checks, fidelity stays near 10^9; without them it collapses toward 10^2. The DIFFERENCE the safeguards make is enormous and measurable — fidelity is an active achievement, in both Books.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9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109"/>
              </a:spcAft>
            </a:pPr>
            <a:r>
              <a:rPr sz="1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Both keep a copy true by REDUNDANCY + independent cross-checking; both pay a cost for fidelity; both obey the mathematics of error-correcting codes. Structurally, the strategy is shared and testable.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2"/>
              </a:spcAft>
            </a:pPr>
            <a:r>
              <a:rPr sz="183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082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Biology is high-but-finite fidelity and KEEPS some error on purpose (variation feeds evolution); the text claims PERFECT, error-free preservation. Different goals, different guarantees — the honest break.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a theological 'guarding' (15:9) relates to physical mechanism is outside measurement; the parallel is in STRATEGY (redundancy), not in the source of the guarantee.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keeping the text true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0"/>
              </a:spcAft>
            </a:pPr>
            <a:r>
              <a:rPr sz="21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SHARED STRATEGY</a:t>
            </a:r>
          </a:p>
          <a:p>
            <a:pPr algn="l">
              <a:spcAft>
                <a:spcPts val="1170"/>
              </a:spcAft>
            </a:pPr>
            <a:r>
              <a:rPr sz="19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Faced with the same threat — copying error — both Books reach for the same engineering: stack independent, redundant checks so an error must beat them all. The cell does it with base-pairing, proofreading, and repair; the tradition does it with parallel oral and written transmission. The STRATEGY is shared and provably effective; the GUARANTEE (statistical vs claimed-perfect) is where they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27"/>
              </a:spcAft>
            </a:pPr>
            <a:r>
              <a:rPr sz="25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427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does biology not 'want' perfect fidelity?  • Is dual oral+written transmission really like proofreading + repair?  • What would it take to TEST a preservation claim?  • Where is the line between a mechanism and a claim?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Error-correcting codes — the same redundancy-plus-verification — protect your files, space probes, and genomes alike; fidelity is a universal engineering problem with a universal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7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417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Fidelity = redundancy + independent cross-checking, paid for, and provably effective — shared by both Books. The honest difference: biology is high-but-finite (and keeps some error); the text claims perfect preservation.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