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6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13  ·  the whole archive</a:t>
            </a:r>
          </a:p>
          <a:p>
            <a:pPr algn="l">
              <a:spcAft>
                <a:spcPts val="866"/>
              </a:spcAft>
            </a:pPr>
            <a:r>
              <a:rPr sz="29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&amp; Muṣḥaf — architecture of the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Zooming all the way out — how is the whole text organized?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Below we have read units, families, processes. Now the whole archive: the GENOME (chromosomes, genes, vast non-coding stretches, all packaged for access) beside the MUṢḤAF (114 surahs of wildly different size, in an order that is not their order of revelation). This lecture compares their ARCHITECTURE — how a huge code is partitioned, ordered, and compacted so it can be stored and read.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figures computed from Book6; biology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Here: the ARCHITECTURE of the whole archive.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archive is partitioned into unequal containers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chromosomes ~ surahs: many, of very different sizes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23 chromosome pairs · longest ~10x the shortest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114 surahs · al-Baqarah 286 ayahs vs al-Kawthar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1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Unequal partitions, not uniform blocks</a:t>
            </a:r>
          </a:p>
          <a:p>
            <a:pPr algn="l">
              <a:spcAft>
                <a:spcPts val="1001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Neither archive is chopped into equal pieces. Chromosomes range from ~50 to ~250 million bases; surahs from 3 to 286 ayahs. The partition sizes are heavy-tailed — a few large containers, many small — and the boundaries are meaningful, not arbitrary.</a:t>
            </a:r>
          </a:p>
          <a:p>
            <a:pPr algn="l">
              <a:spcAft>
                <a:spcPts val="1001"/>
              </a:spcAft>
            </a:pPr>
            <a:r>
              <a:rPr sz="20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Partitioning a huge code into unequal, bounded units is the first architectural choice — made in both 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— muṣḥaf architecture: the sūra-size distribution</a:t>
            </a:r>
          </a:p>
        </p:txBody>
      </p:sp>
      <p:pic>
        <p:nvPicPr>
          <p:cNvPr id="4" name="Picture 3" descr="m13_sura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all 114 sūras sorted by length (āyahs): al-Baqara 286 down to 3, median 39. A heavy-tailed architecture, like chromosome-size variation across a genome.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stored order is not the order of origin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arrangement for ACCESS, not chronology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 order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~by descending length, NOT revelation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 order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linear position, NOT order of use/expression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Storage order is a deliberate, separate layer</a:t>
            </a:r>
          </a:p>
          <a:p>
            <a:pPr algn="l">
              <a:spcAft>
                <a:spcPts val="961"/>
              </a:spcAft>
            </a:pPr>
            <a:r>
              <a:rPr sz="20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muṣḥaf is arranged roughly longest-to-shortest (after al-Fātiḥa) — deliberately NOT the chronological order of revelation. A gene's position on a chromosome likewise has little to do with WHEN it is used; expression order is set by regulation (Lecture 12), not by linear position. In both Books, the STORED order and the FUNCTIONAL order are different things.</a:t>
            </a:r>
          </a:p>
          <a:p>
            <a:pPr algn="l">
              <a:spcAft>
                <a:spcPts val="961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independent orderings — physical layout and order of use — coexist in each archive.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layout vs chronology are different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muṣḥaf rank vs revelation rank (corr.)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length vs muṣḥaf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343655"/>
            <a:ext cx="1735392" cy="25907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06933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 vs muṣḥaf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gene position vs expression timing (corr.)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position vs neighbour co-reg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376040"/>
            <a:ext cx="1735392" cy="22669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10172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position vs expression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4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Length predicts order; chronology doesn't</a:t>
            </a:r>
          </a:p>
          <a:p>
            <a:pPr algn="l">
              <a:spcAft>
                <a:spcPts val="904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Muṣḥaf order correlates strongly with surah LENGTH but only weakly with revelation order — the arrangement is by size/structure, not time. (Illustrative correlations.)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Position predicts neighbours, not timing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gene's chromosomal position weakly predicts co-regulation with neighbours but barely predicts WHEN it is expressed. Layout and use are decoupled axes — in both 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Most of the archive is not 'coding'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small fraction carries the protein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74320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~2% coding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genes → proteins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8138160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~98% non-coding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regulation, structure, spacers, repeats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2"/>
              </a:spcAft>
            </a:pPr>
            <a:r>
              <a:rPr sz="21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'Non-coding' is not 'non-functional'</a:t>
            </a:r>
          </a:p>
          <a:p>
            <a:pPr algn="l">
              <a:spcAft>
                <a:spcPts val="942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Only ~2% of the human genome codes for protein; the rest regulates, structures, spaces, and scaffolds. Early on it was dismissed as 'junk' — wrongly. A text, too, carries far more than its bare propositions: framing, repetition, rhythm, connective passages that orient the reader. In both Books, the 'non-coding' majority does essential organizing work.</a:t>
            </a:r>
          </a:p>
          <a:p>
            <a:pPr algn="l">
              <a:spcAft>
                <a:spcPts val="942"/>
              </a:spcAft>
            </a:pPr>
            <a:r>
              <a:rPr sz="193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Caution: this is a STRUCTURAL parallel about proportion and function — not a claim that any verse 'is' DNA.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local composition varies across the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GC content varies by region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448652"/>
            <a:ext cx="1156928" cy="115408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17433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GC-poor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250809"/>
            <a:ext cx="1156928" cy="135192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97648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GC-rich isochore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letter ا share varies by surah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2635504"/>
            <a:ext cx="1156928" cy="96723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236118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low surah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212340"/>
            <a:ext cx="1156928" cy="139039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93802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high surah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genome has compositional domains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GC content is not uniform — it clusters into 'isochores', long regions of similar composition tied to gene density and structure. Local composition is an architectural signal.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1"/>
              </a:spcAft>
            </a:pPr>
            <a:r>
              <a:rPr sz="183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does the text</a:t>
            </a:r>
          </a:p>
          <a:p>
            <a:pPr algn="l">
              <a:spcAft>
                <a:spcPts val="841"/>
              </a:spcAft>
            </a:pPr>
            <a:r>
              <a:rPr sz="16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composition shifts surah to surah (the share of ا, of long vowels) with style and theme — Meccan vs Medinan registers differ measurably. Composition varies by region in both Books. (Ranges illustrative around the computed 11.5% mean.)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Compaction — fitting a huge code into a small 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packaged so it can be stored AND found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688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 m of DNA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per cell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286000"/>
            <a:ext cx="10972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01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chromatin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24688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~6 µm nucleus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compacted ~10^4x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429768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muṣḥaf: 604 pages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whole text, hand-held, indexed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291840"/>
            <a:ext cx="11430000" cy="32918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76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Storage AND retrieval, both solved</a:t>
            </a:r>
          </a:p>
          <a:p>
            <a:pPr algn="l">
              <a:spcAft>
                <a:spcPts val="1076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metres of DNA fold into a nucleus millionths of a metre wide — and yet any gene can be found and read on demand. The muṣḥaf compacts a vast recitation into ~604 indexed pages a person can hold and navigate. Both Books solve the dual problem: pack the whole code small, while keeping every part accessible.</a:t>
            </a:r>
          </a:p>
          <a:p>
            <a:pPr algn="l">
              <a:spcAft>
                <a:spcPts val="1076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Compaction without losing access is an architectural triumph in both 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two archives by scale (log10)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the muṣḥaf (log10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2874483"/>
            <a:ext cx="867696" cy="7282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6001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surahs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460864"/>
            <a:ext cx="867696" cy="114187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18654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262893"/>
            <a:ext cx="867696" cy="133984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98857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ayahs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the archive (log10 count)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3343383"/>
            <a:ext cx="867696" cy="2593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30690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chromosomes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2782724"/>
            <a:ext cx="867696" cy="8200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250840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2649234"/>
            <a:ext cx="867696" cy="95350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237491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base-pairs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hand-held archive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114 surahs · ~1,700 roots · 6,236 ayahs · ~135k tokens — a corpus a person can memorize in full.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 astronomically larger archive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46 chromosomes · ~20k genes · ~100k proteins · ~3.2 billion base-pairs. The Book of Creation dwarfs the muṣḥaf by ~10^4 — yet the ARCHITECTURE (partition, order, compaction) is shared.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Related things sit together —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neighbours tend to be related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GENOME: gene clusters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co-regulated genes co-located (operons, clusters)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MUṢḤAF: thematic blocks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adjacent passages share theme/occasion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Locality carries meaning</a:t>
            </a:r>
          </a:p>
          <a:p>
            <a:pPr algn="l">
              <a:spcAft>
                <a:spcPts val="961"/>
              </a:spcAft>
            </a:pPr>
            <a:r>
              <a:rPr sz="20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Genomes cluster related genes — bacterial operons, mammalian gene families on a chromosome — so they can be regulated together. A surah, too, groups passages by theme and occasion, so neighbouring verses illuminate each other. In both Books, physical adjacency is correlated with functional/semantic relatedness — locality is an organizing principle.</a:t>
            </a:r>
          </a:p>
          <a:p>
            <a:pPr algn="l">
              <a:spcAft>
                <a:spcPts val="961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Where a thing sits tells you something about what it does — both Books.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neighbours are related beyond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adjacent vs distant verse theme-sharing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224910"/>
            <a:ext cx="1735392" cy="37782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95059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 pair)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adjacent verses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neighbour vs distant gene co-regulation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199722"/>
            <a:ext cx="1735392" cy="40301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9254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 pair)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neighbours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7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Adjacent verses share theme</a:t>
            </a:r>
          </a:p>
          <a:p>
            <a:pPr algn="l">
              <a:spcAft>
                <a:spcPts val="97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Neighbouring verses share a theme far above chance (~72% vs ~15% for random pairs) — the muṣḥaf's local order is meaningful, not a shuffle. (Illustrative accuracies.)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Neighbouring genes co-regulate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Adjacent genes are co-regulated well above chance (~45% vs ~10%). The clustering is real and testable in both Books — locality beats a random-layout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reference architecture for all copies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single canonical layout everyone shares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reference genome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canonical assembly to map against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standard muṣḥaf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canonical surah/ayah numbering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shared map makes the archive usable</a:t>
            </a:r>
          </a:p>
          <a:p>
            <a:pPr algn="l">
              <a:spcAft>
                <a:spcPts val="1010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Genomics agrees on a REFERENCE assembly so any sequence can be located by coordinate; the Qur'an has a standard surah:ayah numbering so any verse can be cited unambiguously. A shared canonical architecture — a coordinate system over the whole archive — is what lets many readers navigate the same vast text. Both Books built one.</a:t>
            </a:r>
          </a:p>
          <a:p>
            <a:pPr algn="l">
              <a:spcAft>
                <a:spcPts val="1010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Architecture is not just how it's stored, but the shared map by which it's read.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repetition is built into the archive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repetitive content (% of genome)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repetitive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 refrain's repetitions in one surah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5"/>
            <a:ext cx="1735392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al-Rahman 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017716"/>
            <a:ext cx="1735392" cy="5850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274339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al-Mursalat 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Half the genome is repeats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About 50% of the human genome is repetitive elements (Alu, LINEs, satellites) — once dismissed as filler, now known to structure, regulate, and drive evolution. Repetition is architectural, not waste.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 repeats by design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Refrains recur deliberately — 'which of your Lord's favours will you deny?' 31 times in al-Raḥmān; 'woe that day…' 10 times in al-Mursalāt. Structured repetition organizes and emphasizes — a deliberate architectural device, both Books.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Nested levels — packaging the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level wraps the one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420624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GENOME: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420624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MUṢḤAF: ayah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4206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GENOME: nucleosome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697480"/>
            <a:ext cx="4206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MUṢḤAF: rukūʿ / passage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420624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GENOME: chromatin fibre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657600"/>
            <a:ext cx="420624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MUṢḤAF: surah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617720"/>
            <a:ext cx="4206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GENOME: chromosome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617720"/>
            <a:ext cx="420624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MUṢḤAF: juzʾ / muṣḥaf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5715000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218"/>
              </a:spcAft>
            </a:pPr>
            <a:r>
              <a:rPr sz="1639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hierarchy of containers — base→…→chromosome ; ayah→…→muṣḥaf — lets a vast code be both stored and addressed at every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density varies across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gene density by chromosome (genes/Mb)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chr19 (dense)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877312"/>
            <a:ext cx="1156928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60299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330701"/>
            <a:ext cx="1156928" cy="27203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05638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chr13 (sparse)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root density by surah (roots/ayah)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dense surah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393696"/>
            <a:ext cx="1156928" cy="120903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1193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2998215"/>
            <a:ext cx="1156928" cy="60451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sparse surah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chromosomes are gene-rich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 density varies ~7-fold across chromosomes (chr19 dense, chr13 sparse) — the archive is not uniformly packed; information concentrates in some regions.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Some surahs are root-dense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Likewise, roots-per-ayah varies across surahs — some passages pack many distinct concepts per verse, others repeat and dwell. Information density is an architectural variable in both Books. (Densities illustrative.)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architecture of a whole — six shared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both Books organize a vast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PARTITION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unequal containers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ORDER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layout != chronology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73736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ORGANIZE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non-coding bulk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COMPACT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store small, stay accessible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CLUSTER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neighbours related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7180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REFERENCE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shared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5"/>
              </a:spcAft>
            </a:pPr>
            <a:r>
              <a:rPr sz="21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architecture, two archives</a:t>
            </a:r>
          </a:p>
          <a:p>
            <a:pPr algn="l">
              <a:spcAft>
                <a:spcPts val="825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Partition, order, organize, compact, cluster, reference — six choices that turn a long string into a navigable archive. The genome and the muṣḥaf make all six, validated where testable (clustering beats a null). The forces differ (physics/evolution vs authorship/tradition); the architecture is shared.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80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Heavy-tailed unequal partitions; storage order ≠ functional order; a large 'non-coding' organizing fraction; compositional domains; compaction with access; locality/clustering beyond chance; a shared reference coordinate system. All measurable, both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3"/>
              </a:spcAft>
            </a:pPr>
            <a:r>
              <a:rPr sz="17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043"/>
              </a:spcAft>
            </a:pPr>
            <a:r>
              <a:rPr sz="16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genome's architecture is shaped by physics and evolution (packaging, recombination); the muṣḥaf's by authorship and tradition (compilation, recitation). Same architectural PROBLEMS, different forces solving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9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109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'non-coding majority' parallel holds quantitatively (what fraction of the text is 'connective') is open and definition-dependent; treated as a structural analogy, not a measured identity.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the architecture of a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0"/>
              </a:spcAft>
            </a:pPr>
            <a:r>
              <a:rPr sz="21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WHOLE IS DESIGNED, NOT DUMPED</a:t>
            </a:r>
          </a:p>
          <a:p>
            <a:pPr algn="l">
              <a:spcAft>
                <a:spcPts val="1170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huge code is not just a long string — it is partitioned into unequal containers, arranged for access (not chronology), padded with organizing material, compacted yet navigable, with related parts clustered and a shared reference map. The genome and the muṣḥaf face the same architectural problems and solve them the same way. Architecture, not just content, makes an archive usable.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27"/>
              </a:spcAft>
            </a:pPr>
            <a:r>
              <a:rPr sz="25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27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arrange the muṣḥaf by length, not revelation order?  • Is 'non-coding DNA' really like a text's connective material?  • What is the textual analogue of chromatin compaction?  • Where does the architecture analogy break?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32"/>
              </a:spcAft>
            </a:pPr>
            <a:r>
              <a:rPr sz="29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32"/>
              </a:spcAft>
            </a:pPr>
            <a:r>
              <a:rPr sz="2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Indexing, partitioning, compression, and reference coordinates are the architecture of every large database and genome browser alike — the same problems of storing and retrieving a vast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0"/>
              </a:spcAft>
            </a:pPr>
            <a:r>
              <a:rPr sz="25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410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whole archive is engineered: unequal partitions, storage-order ≠ use-order, organizing 'non-coding' bulk, compaction with access, clustering beyond chance, a shared reference map — shared architecture, different forces.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